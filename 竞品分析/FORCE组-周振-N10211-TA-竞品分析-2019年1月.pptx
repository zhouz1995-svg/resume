
<file path=[Content_Types].xml><?xml version="1.0" encoding="utf-8"?>
<Types xmlns="http://schemas.openxmlformats.org/package/2006/content-types">
  <Default Extension="jpeg" ContentType="image/jpeg"/>
  <Default Extension="png" ContentType="image/png"/>
  <Default Extension="gif" ContentType="image/gi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424" r:id="rId3"/>
    <p:sldId id="524" r:id="rId5"/>
    <p:sldId id="695" r:id="rId6"/>
    <p:sldId id="620" r:id="rId7"/>
    <p:sldId id="709" r:id="rId8"/>
    <p:sldId id="708" r:id="rId9"/>
    <p:sldId id="715" r:id="rId10"/>
    <p:sldId id="716" r:id="rId11"/>
    <p:sldId id="717" r:id="rId12"/>
    <p:sldId id="718" r:id="rId13"/>
    <p:sldId id="719" r:id="rId14"/>
    <p:sldId id="702" r:id="rId15"/>
    <p:sldId id="723" r:id="rId16"/>
    <p:sldId id="724" r:id="rId17"/>
    <p:sldId id="725" r:id="rId18"/>
    <p:sldId id="289" r:id="rId19"/>
  </p:sldIdLst>
  <p:sldSz cx="8820150" cy="4960620"/>
  <p:notesSz cx="6858000" cy="9144000"/>
  <p:embeddedFontLst>
    <p:embeddedFont>
      <p:font typeface="微软雅黑" panose="020B0503020204020204" pitchFamily="34" charset="-122"/>
      <p:regular r:id="rId23"/>
    </p:embeddedFont>
    <p:embeddedFont>
      <p:font typeface="方正兰亭刊黑_GBK" panose="02000000000000000000" charset="-122"/>
      <p:regular r:id="rId24"/>
    </p:embeddedFont>
    <p:embeddedFont>
      <p:font typeface="微软雅黑 Light" panose="020B0502040204020203" charset="-122"/>
      <p:regular r:id="rId25"/>
    </p:embeddedFont>
    <p:embeddedFont>
      <p:font typeface="方正兰亭大黑简体" panose="02000000000000000000" charset="-122"/>
      <p:regular r:id="rId26"/>
    </p:embeddedFont>
    <p:embeddedFont>
      <p:font typeface="Calibri" panose="020F0502020204030204" charset="0"/>
      <p:regular r:id="rId27"/>
      <p:bold r:id="rId28"/>
      <p:italic r:id="rId29"/>
      <p:boldItalic r:id="rId30"/>
    </p:embeddedFont>
    <p:embeddedFont>
      <p:font typeface="Calibri Light" panose="020F0302020204030204" charset="0"/>
      <p:regular r:id="rId31"/>
      <p:italic r:id="rId32"/>
    </p:embeddedFont>
    <p:embeddedFont>
      <p:font typeface="等线" panose="02010600030101010101" charset="-122"/>
      <p:regular r:id="rId33"/>
    </p:embeddedFont>
  </p:embeddedFontLst>
  <p:defaultTextStyle>
    <a:defPPr>
      <a:defRPr lang="zh-CN"/>
    </a:defPPr>
    <a:lvl1pPr marL="0" algn="l" defTabSz="661035" rtl="0" eaLnBrk="1" latinLnBrk="0" hangingPunct="1">
      <a:defRPr sz="1300" kern="1200">
        <a:solidFill>
          <a:schemeClr val="tx1"/>
        </a:solidFill>
        <a:latin typeface="+mn-lt"/>
        <a:ea typeface="+mn-ea"/>
        <a:cs typeface="+mn-cs"/>
      </a:defRPr>
    </a:lvl1pPr>
    <a:lvl2pPr marL="330835" algn="l" defTabSz="661035" rtl="0" eaLnBrk="1" latinLnBrk="0" hangingPunct="1">
      <a:defRPr sz="1300" kern="1200">
        <a:solidFill>
          <a:schemeClr val="tx1"/>
        </a:solidFill>
        <a:latin typeface="+mn-lt"/>
        <a:ea typeface="+mn-ea"/>
        <a:cs typeface="+mn-cs"/>
      </a:defRPr>
    </a:lvl2pPr>
    <a:lvl3pPr marL="661035" algn="l" defTabSz="661035" rtl="0" eaLnBrk="1" latinLnBrk="0" hangingPunct="1">
      <a:defRPr sz="1300" kern="1200">
        <a:solidFill>
          <a:schemeClr val="tx1"/>
        </a:solidFill>
        <a:latin typeface="+mn-lt"/>
        <a:ea typeface="+mn-ea"/>
        <a:cs typeface="+mn-cs"/>
      </a:defRPr>
    </a:lvl3pPr>
    <a:lvl4pPr marL="991870" algn="l" defTabSz="661035" rtl="0" eaLnBrk="1" latinLnBrk="0" hangingPunct="1">
      <a:defRPr sz="1300" kern="1200">
        <a:solidFill>
          <a:schemeClr val="tx1"/>
        </a:solidFill>
        <a:latin typeface="+mn-lt"/>
        <a:ea typeface="+mn-ea"/>
        <a:cs typeface="+mn-cs"/>
      </a:defRPr>
    </a:lvl4pPr>
    <a:lvl5pPr marL="1322705" algn="l" defTabSz="661035" rtl="0" eaLnBrk="1" latinLnBrk="0" hangingPunct="1">
      <a:defRPr sz="1300" kern="1200">
        <a:solidFill>
          <a:schemeClr val="tx1"/>
        </a:solidFill>
        <a:latin typeface="+mn-lt"/>
        <a:ea typeface="+mn-ea"/>
        <a:cs typeface="+mn-cs"/>
      </a:defRPr>
    </a:lvl5pPr>
    <a:lvl6pPr marL="1652905" algn="l" defTabSz="661035" rtl="0" eaLnBrk="1" latinLnBrk="0" hangingPunct="1">
      <a:defRPr sz="1300" kern="1200">
        <a:solidFill>
          <a:schemeClr val="tx1"/>
        </a:solidFill>
        <a:latin typeface="+mn-lt"/>
        <a:ea typeface="+mn-ea"/>
        <a:cs typeface="+mn-cs"/>
      </a:defRPr>
    </a:lvl6pPr>
    <a:lvl7pPr marL="1983740" algn="l" defTabSz="661035" rtl="0" eaLnBrk="1" latinLnBrk="0" hangingPunct="1">
      <a:defRPr sz="1300" kern="1200">
        <a:solidFill>
          <a:schemeClr val="tx1"/>
        </a:solidFill>
        <a:latin typeface="+mn-lt"/>
        <a:ea typeface="+mn-ea"/>
        <a:cs typeface="+mn-cs"/>
      </a:defRPr>
    </a:lvl7pPr>
    <a:lvl8pPr marL="2314575" algn="l" defTabSz="661035" rtl="0" eaLnBrk="1" latinLnBrk="0" hangingPunct="1">
      <a:defRPr sz="1300" kern="1200">
        <a:solidFill>
          <a:schemeClr val="tx1"/>
        </a:solidFill>
        <a:latin typeface="+mn-lt"/>
        <a:ea typeface="+mn-ea"/>
        <a:cs typeface="+mn-cs"/>
      </a:defRPr>
    </a:lvl8pPr>
    <a:lvl9pPr marL="2645410" algn="l" defTabSz="661035" rtl="0" eaLnBrk="1" latinLnBrk="0" hangingPunct="1">
      <a:defRPr sz="13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01426"/>
    <a:srgbClr val="FE0036"/>
    <a:srgbClr val="7A0033"/>
    <a:srgbClr val="C00048"/>
    <a:srgbClr val="C00051"/>
    <a:srgbClr val="FF0068"/>
    <a:srgbClr val="FCFCFC"/>
    <a:srgbClr val="666666"/>
    <a:srgbClr val="C1D1D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760"/>
    <p:restoredTop sz="95958" autoAdjust="0"/>
  </p:normalViewPr>
  <p:slideViewPr>
    <p:cSldViewPr snapToGrid="0" snapToObjects="1">
      <p:cViewPr varScale="1">
        <p:scale>
          <a:sx n="146" d="100"/>
          <a:sy n="146" d="100"/>
        </p:scale>
        <p:origin x="-714" y="-96"/>
      </p:cViewPr>
      <p:guideLst>
        <p:guide orient="horz" pos="2954"/>
        <p:guide pos="147"/>
        <p:guide pos="4936"/>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3" Type="http://schemas.openxmlformats.org/officeDocument/2006/relationships/font" Target="fonts/font11.fntdata"/><Relationship Id="rId32" Type="http://schemas.openxmlformats.org/officeDocument/2006/relationships/font" Target="fonts/font10.fntdata"/><Relationship Id="rId31" Type="http://schemas.openxmlformats.org/officeDocument/2006/relationships/font" Target="fonts/font9.fntdata"/><Relationship Id="rId30" Type="http://schemas.openxmlformats.org/officeDocument/2006/relationships/font" Target="fonts/font8.fntdata"/><Relationship Id="rId3" Type="http://schemas.openxmlformats.org/officeDocument/2006/relationships/slide" Target="slides/slide1.xml"/><Relationship Id="rId29" Type="http://schemas.openxmlformats.org/officeDocument/2006/relationships/font" Target="fonts/font7.fntdata"/><Relationship Id="rId28" Type="http://schemas.openxmlformats.org/officeDocument/2006/relationships/font" Target="fonts/font6.fntdata"/><Relationship Id="rId27" Type="http://schemas.openxmlformats.org/officeDocument/2006/relationships/font" Target="fonts/font5.fntdata"/><Relationship Id="rId26" Type="http://schemas.openxmlformats.org/officeDocument/2006/relationships/font" Target="fonts/font4.fntdata"/><Relationship Id="rId25" Type="http://schemas.openxmlformats.org/officeDocument/2006/relationships/font" Target="fonts/font3.fntdata"/><Relationship Id="rId24" Type="http://schemas.openxmlformats.org/officeDocument/2006/relationships/font" Target="fonts/font2.fntdata"/><Relationship Id="rId23" Type="http://schemas.openxmlformats.org/officeDocument/2006/relationships/font" Target="fonts/font1.fntdata"/><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00F9D4-2257-AF47-B7C3-8EB08D2F942D}"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smtClean="0"/>
              <a:t>单击此处编辑母版文本样式</a:t>
            </a:r>
            <a:endParaRPr kumimoji="1" lang="zh-CN" altLang="en-US" smtClean="0"/>
          </a:p>
          <a:p>
            <a:pPr lvl="1"/>
            <a:r>
              <a:rPr kumimoji="1" lang="zh-CN" altLang="en-US" smtClean="0"/>
              <a:t>二级</a:t>
            </a:r>
            <a:endParaRPr kumimoji="1" lang="zh-CN" altLang="en-US" smtClean="0"/>
          </a:p>
          <a:p>
            <a:pPr lvl="2"/>
            <a:r>
              <a:rPr kumimoji="1" lang="zh-CN" altLang="en-US" smtClean="0"/>
              <a:t>三级</a:t>
            </a:r>
            <a:endParaRPr kumimoji="1" lang="zh-CN" altLang="en-US" smtClean="0"/>
          </a:p>
          <a:p>
            <a:pPr lvl="3"/>
            <a:r>
              <a:rPr kumimoji="1" lang="zh-CN" altLang="en-US" smtClean="0"/>
              <a:t>四级</a:t>
            </a:r>
            <a:endParaRPr kumimoji="1" lang="zh-CN" altLang="en-US" smtClean="0"/>
          </a:p>
          <a:p>
            <a:pPr lvl="4"/>
            <a:r>
              <a:rPr kumimoji="1" lang="zh-CN" altLang="en-US" smtClean="0"/>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5642C2-04B8-2848-B087-9188625AB125}"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661035" rtl="0" eaLnBrk="1" latinLnBrk="0" hangingPunct="1">
      <a:defRPr sz="870" kern="1200">
        <a:solidFill>
          <a:schemeClr val="tx1"/>
        </a:solidFill>
        <a:latin typeface="+mn-lt"/>
        <a:ea typeface="+mn-ea"/>
        <a:cs typeface="+mn-cs"/>
      </a:defRPr>
    </a:lvl1pPr>
    <a:lvl2pPr marL="330835" algn="l" defTabSz="661035" rtl="0" eaLnBrk="1" latinLnBrk="0" hangingPunct="1">
      <a:defRPr sz="870" kern="1200">
        <a:solidFill>
          <a:schemeClr val="tx1"/>
        </a:solidFill>
        <a:latin typeface="+mn-lt"/>
        <a:ea typeface="+mn-ea"/>
        <a:cs typeface="+mn-cs"/>
      </a:defRPr>
    </a:lvl2pPr>
    <a:lvl3pPr marL="661035" algn="l" defTabSz="661035" rtl="0" eaLnBrk="1" latinLnBrk="0" hangingPunct="1">
      <a:defRPr sz="870" kern="1200">
        <a:solidFill>
          <a:schemeClr val="tx1"/>
        </a:solidFill>
        <a:latin typeface="+mn-lt"/>
        <a:ea typeface="+mn-ea"/>
        <a:cs typeface="+mn-cs"/>
      </a:defRPr>
    </a:lvl3pPr>
    <a:lvl4pPr marL="991870" algn="l" defTabSz="661035" rtl="0" eaLnBrk="1" latinLnBrk="0" hangingPunct="1">
      <a:defRPr sz="870" kern="1200">
        <a:solidFill>
          <a:schemeClr val="tx1"/>
        </a:solidFill>
        <a:latin typeface="+mn-lt"/>
        <a:ea typeface="+mn-ea"/>
        <a:cs typeface="+mn-cs"/>
      </a:defRPr>
    </a:lvl4pPr>
    <a:lvl5pPr marL="1322705" algn="l" defTabSz="661035" rtl="0" eaLnBrk="1" latinLnBrk="0" hangingPunct="1">
      <a:defRPr sz="870" kern="1200">
        <a:solidFill>
          <a:schemeClr val="tx1"/>
        </a:solidFill>
        <a:latin typeface="+mn-lt"/>
        <a:ea typeface="+mn-ea"/>
        <a:cs typeface="+mn-cs"/>
      </a:defRPr>
    </a:lvl5pPr>
    <a:lvl6pPr marL="1652905" algn="l" defTabSz="661035" rtl="0" eaLnBrk="1" latinLnBrk="0" hangingPunct="1">
      <a:defRPr sz="870" kern="1200">
        <a:solidFill>
          <a:schemeClr val="tx1"/>
        </a:solidFill>
        <a:latin typeface="+mn-lt"/>
        <a:ea typeface="+mn-ea"/>
        <a:cs typeface="+mn-cs"/>
      </a:defRPr>
    </a:lvl6pPr>
    <a:lvl7pPr marL="1983740" algn="l" defTabSz="661035" rtl="0" eaLnBrk="1" latinLnBrk="0" hangingPunct="1">
      <a:defRPr sz="870" kern="1200">
        <a:solidFill>
          <a:schemeClr val="tx1"/>
        </a:solidFill>
        <a:latin typeface="+mn-lt"/>
        <a:ea typeface="+mn-ea"/>
        <a:cs typeface="+mn-cs"/>
      </a:defRPr>
    </a:lvl7pPr>
    <a:lvl8pPr marL="2314575" algn="l" defTabSz="661035" rtl="0" eaLnBrk="1" latinLnBrk="0" hangingPunct="1">
      <a:defRPr sz="870" kern="1200">
        <a:solidFill>
          <a:schemeClr val="tx1"/>
        </a:solidFill>
        <a:latin typeface="+mn-lt"/>
        <a:ea typeface="+mn-ea"/>
        <a:cs typeface="+mn-cs"/>
      </a:defRPr>
    </a:lvl8pPr>
    <a:lvl9pPr marL="2645410" algn="l" defTabSz="661035" rtl="0" eaLnBrk="1" latinLnBrk="0" hangingPunct="1">
      <a:defRPr sz="87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02519" y="811895"/>
            <a:ext cx="6615113" cy="1727141"/>
          </a:xfrm>
        </p:spPr>
        <p:txBody>
          <a:bodyPr anchor="b"/>
          <a:lstStyle>
            <a:lvl1pPr algn="ctr">
              <a:defRPr sz="434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102519" y="2605641"/>
            <a:ext cx="6615113" cy="1197745"/>
          </a:xfrm>
        </p:spPr>
        <p:txBody>
          <a:bodyPr/>
          <a:lstStyle>
            <a:lvl1pPr marL="0" indent="0" algn="ctr">
              <a:buNone/>
              <a:defRPr sz="1735"/>
            </a:lvl1pPr>
            <a:lvl2pPr marL="330835" indent="0" algn="ctr">
              <a:buNone/>
              <a:defRPr sz="1445"/>
            </a:lvl2pPr>
            <a:lvl3pPr marL="661670" indent="0" algn="ctr">
              <a:buNone/>
              <a:defRPr sz="1300"/>
            </a:lvl3pPr>
            <a:lvl4pPr marL="992505" indent="0" algn="ctr">
              <a:buNone/>
              <a:defRPr sz="1155"/>
            </a:lvl4pPr>
            <a:lvl5pPr marL="1322705" indent="0" algn="ctr">
              <a:buNone/>
              <a:defRPr sz="1155"/>
            </a:lvl5pPr>
            <a:lvl6pPr marL="1653540" indent="0" algn="ctr">
              <a:buNone/>
              <a:defRPr sz="1155"/>
            </a:lvl6pPr>
            <a:lvl7pPr marL="1984375" indent="0" algn="ctr">
              <a:buNone/>
              <a:defRPr sz="1155"/>
            </a:lvl7pPr>
            <a:lvl8pPr marL="2315210" indent="0" algn="ctr">
              <a:buNone/>
              <a:defRPr sz="1155"/>
            </a:lvl8pPr>
            <a:lvl9pPr marL="2646045" indent="0" algn="ctr">
              <a:buNone/>
              <a:defRPr sz="1155"/>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7A205B5C-000C-3A46-B095-D03A8086DC0F}" type="datetimeFigureOut">
              <a:rPr kumimoji="1" lang="zh-CN" altLang="en-US" smtClean="0"/>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9B0F0142-D7C3-114C-83F9-19786594C7FD}" type="slidenum">
              <a:rPr kumimoji="1" lang="zh-CN" altLang="en-US" smtClean="0"/>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二级</a:t>
            </a:r>
            <a:endParaRPr lang="zh-CN" altLang="en-US" smtClean="0"/>
          </a:p>
          <a:p>
            <a:pPr lvl="2"/>
            <a:r>
              <a:rPr lang="zh-CN" altLang="en-US" smtClean="0"/>
              <a:t>三级</a:t>
            </a:r>
            <a:endParaRPr lang="zh-CN" altLang="en-US" smtClean="0"/>
          </a:p>
          <a:p>
            <a:pPr lvl="3"/>
            <a:r>
              <a:rPr lang="zh-CN" altLang="en-US" smtClean="0"/>
              <a:t>四级</a:t>
            </a:r>
            <a:endParaRPr lang="zh-CN" altLang="en-US" smtClean="0"/>
          </a:p>
          <a:p>
            <a:pPr lvl="4"/>
            <a:r>
              <a:rPr lang="zh-CN" altLang="en-US" smtClean="0"/>
              <a:t>五级</a:t>
            </a:r>
            <a:endParaRPr lang="en-US" dirty="0"/>
          </a:p>
        </p:txBody>
      </p:sp>
      <p:sp>
        <p:nvSpPr>
          <p:cNvPr id="4" name="Date Placeholder 3"/>
          <p:cNvSpPr>
            <a:spLocks noGrp="1"/>
          </p:cNvSpPr>
          <p:nvPr>
            <p:ph type="dt" sz="half" idx="10"/>
          </p:nvPr>
        </p:nvSpPr>
        <p:spPr/>
        <p:txBody>
          <a:bodyPr/>
          <a:lstStyle/>
          <a:p>
            <a:fld id="{7A205B5C-000C-3A46-B095-D03A8086DC0F}" type="datetimeFigureOut">
              <a:rPr kumimoji="1" lang="zh-CN" altLang="en-US" smtClean="0"/>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9B0F0142-D7C3-114C-83F9-19786594C7FD}" type="slidenum">
              <a:rPr kumimoji="1" lang="zh-CN" altLang="en-US" smtClean="0"/>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01792" y="1236790"/>
            <a:ext cx="7607379" cy="2063612"/>
          </a:xfrm>
        </p:spPr>
        <p:txBody>
          <a:bodyPr anchor="b"/>
          <a:lstStyle>
            <a:lvl1pPr>
              <a:defRPr sz="434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01792" y="3319925"/>
            <a:ext cx="7607379" cy="1085205"/>
          </a:xfrm>
        </p:spPr>
        <p:txBody>
          <a:bodyPr/>
          <a:lstStyle>
            <a:lvl1pPr marL="0" indent="0">
              <a:buNone/>
              <a:defRPr sz="1735">
                <a:solidFill>
                  <a:schemeClr val="tx1">
                    <a:tint val="75000"/>
                  </a:schemeClr>
                </a:solidFill>
              </a:defRPr>
            </a:lvl1pPr>
            <a:lvl2pPr marL="330835" indent="0">
              <a:buNone/>
              <a:defRPr sz="1445">
                <a:solidFill>
                  <a:schemeClr val="tx1">
                    <a:tint val="75000"/>
                  </a:schemeClr>
                </a:solidFill>
              </a:defRPr>
            </a:lvl2pPr>
            <a:lvl3pPr marL="661670" indent="0">
              <a:buNone/>
              <a:defRPr sz="1300">
                <a:solidFill>
                  <a:schemeClr val="tx1">
                    <a:tint val="75000"/>
                  </a:schemeClr>
                </a:solidFill>
              </a:defRPr>
            </a:lvl3pPr>
            <a:lvl4pPr marL="992505" indent="0">
              <a:buNone/>
              <a:defRPr sz="1155">
                <a:solidFill>
                  <a:schemeClr val="tx1">
                    <a:tint val="75000"/>
                  </a:schemeClr>
                </a:solidFill>
              </a:defRPr>
            </a:lvl4pPr>
            <a:lvl5pPr marL="1322705" indent="0">
              <a:buNone/>
              <a:defRPr sz="1155">
                <a:solidFill>
                  <a:schemeClr val="tx1">
                    <a:tint val="75000"/>
                  </a:schemeClr>
                </a:solidFill>
              </a:defRPr>
            </a:lvl5pPr>
            <a:lvl6pPr marL="1653540" indent="0">
              <a:buNone/>
              <a:defRPr sz="1155">
                <a:solidFill>
                  <a:schemeClr val="tx1">
                    <a:tint val="75000"/>
                  </a:schemeClr>
                </a:solidFill>
              </a:defRPr>
            </a:lvl6pPr>
            <a:lvl7pPr marL="1984375" indent="0">
              <a:buNone/>
              <a:defRPr sz="1155">
                <a:solidFill>
                  <a:schemeClr val="tx1">
                    <a:tint val="75000"/>
                  </a:schemeClr>
                </a:solidFill>
              </a:defRPr>
            </a:lvl7pPr>
            <a:lvl8pPr marL="2315210" indent="0">
              <a:buNone/>
              <a:defRPr sz="1155">
                <a:solidFill>
                  <a:schemeClr val="tx1">
                    <a:tint val="75000"/>
                  </a:schemeClr>
                </a:solidFill>
              </a:defRPr>
            </a:lvl8pPr>
            <a:lvl9pPr marL="2646045" indent="0">
              <a:buNone/>
              <a:defRPr sz="1155">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fld id="{7A205B5C-000C-3A46-B095-D03A8086DC0F}" type="datetimeFigureOut">
              <a:rPr kumimoji="1" lang="zh-CN" altLang="en-US" smtClean="0"/>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9B0F0142-D7C3-114C-83F9-19786594C7FD}" type="slidenum">
              <a:rPr kumimoji="1" lang="zh-CN" altLang="en-US" smtClean="0"/>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606385" y="1320620"/>
            <a:ext cx="3748564" cy="3147670"/>
          </a:xfrm>
        </p:spPr>
        <p:txBody>
          <a:bodyPr/>
          <a:lstStyle/>
          <a:p>
            <a:pPr lvl="0"/>
            <a:r>
              <a:rPr lang="zh-CN" altLang="en-US" smtClean="0"/>
              <a:t>单击此处编辑母版文本样式</a:t>
            </a:r>
            <a:endParaRPr lang="zh-CN" altLang="en-US" smtClean="0"/>
          </a:p>
          <a:p>
            <a:pPr lvl="1"/>
            <a:r>
              <a:rPr lang="zh-CN" altLang="en-US" smtClean="0"/>
              <a:t>二级</a:t>
            </a:r>
            <a:endParaRPr lang="zh-CN" altLang="en-US" smtClean="0"/>
          </a:p>
          <a:p>
            <a:pPr lvl="2"/>
            <a:r>
              <a:rPr lang="zh-CN" altLang="en-US" smtClean="0"/>
              <a:t>三级</a:t>
            </a:r>
            <a:endParaRPr lang="zh-CN" altLang="en-US" smtClean="0"/>
          </a:p>
          <a:p>
            <a:pPr lvl="3"/>
            <a:r>
              <a:rPr lang="zh-CN" altLang="en-US" smtClean="0"/>
              <a:t>四级</a:t>
            </a:r>
            <a:endParaRPr lang="zh-CN" altLang="en-US" smtClean="0"/>
          </a:p>
          <a:p>
            <a:pPr lvl="4"/>
            <a:r>
              <a:rPr lang="zh-CN" altLang="en-US" smtClean="0"/>
              <a:t>五级</a:t>
            </a:r>
            <a:endParaRPr lang="en-US" dirty="0"/>
          </a:p>
        </p:txBody>
      </p:sp>
      <p:sp>
        <p:nvSpPr>
          <p:cNvPr id="4" name="Content Placeholder 3"/>
          <p:cNvSpPr>
            <a:spLocks noGrp="1"/>
          </p:cNvSpPr>
          <p:nvPr>
            <p:ph sz="half" idx="2"/>
          </p:nvPr>
        </p:nvSpPr>
        <p:spPr>
          <a:xfrm>
            <a:off x="4465201" y="1320620"/>
            <a:ext cx="3748564" cy="3147670"/>
          </a:xfrm>
        </p:spPr>
        <p:txBody>
          <a:bodyPr/>
          <a:lstStyle/>
          <a:p>
            <a:pPr lvl="0"/>
            <a:r>
              <a:rPr lang="zh-CN" altLang="en-US" smtClean="0"/>
              <a:t>单击此处编辑母版文本样式</a:t>
            </a:r>
            <a:endParaRPr lang="zh-CN" altLang="en-US" smtClean="0"/>
          </a:p>
          <a:p>
            <a:pPr lvl="1"/>
            <a:r>
              <a:rPr lang="zh-CN" altLang="en-US" smtClean="0"/>
              <a:t>二级</a:t>
            </a:r>
            <a:endParaRPr lang="zh-CN" altLang="en-US" smtClean="0"/>
          </a:p>
          <a:p>
            <a:pPr lvl="2"/>
            <a:r>
              <a:rPr lang="zh-CN" altLang="en-US" smtClean="0"/>
              <a:t>三级</a:t>
            </a:r>
            <a:endParaRPr lang="zh-CN" altLang="en-US" smtClean="0"/>
          </a:p>
          <a:p>
            <a:pPr lvl="3"/>
            <a:r>
              <a:rPr lang="zh-CN" altLang="en-US" smtClean="0"/>
              <a:t>四级</a:t>
            </a:r>
            <a:endParaRPr lang="zh-CN" altLang="en-US" smtClean="0"/>
          </a:p>
          <a:p>
            <a:pPr lvl="4"/>
            <a:r>
              <a:rPr lang="zh-CN" altLang="en-US" smtClean="0"/>
              <a:t>五级</a:t>
            </a:r>
            <a:endParaRPr lang="en-US" dirty="0"/>
          </a:p>
        </p:txBody>
      </p:sp>
      <p:sp>
        <p:nvSpPr>
          <p:cNvPr id="5" name="Date Placeholder 4"/>
          <p:cNvSpPr>
            <a:spLocks noGrp="1"/>
          </p:cNvSpPr>
          <p:nvPr>
            <p:ph type="dt" sz="half" idx="10"/>
          </p:nvPr>
        </p:nvSpPr>
        <p:spPr/>
        <p:txBody>
          <a:bodyPr/>
          <a:lstStyle/>
          <a:p>
            <a:fld id="{7A205B5C-000C-3A46-B095-D03A8086DC0F}" type="datetimeFigureOut">
              <a:rPr kumimoji="1" lang="zh-CN" altLang="en-US" smtClean="0"/>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9B0F0142-D7C3-114C-83F9-19786594C7FD}" type="slidenum">
              <a:rPr kumimoji="1" lang="zh-CN" altLang="en-US" smtClean="0"/>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07534" y="264125"/>
            <a:ext cx="7607379" cy="958885"/>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07534" y="1216119"/>
            <a:ext cx="3731337" cy="596001"/>
          </a:xfrm>
        </p:spPr>
        <p:txBody>
          <a:bodyPr anchor="b"/>
          <a:lstStyle>
            <a:lvl1pPr marL="0" indent="0">
              <a:buNone/>
              <a:defRPr sz="1735" b="1"/>
            </a:lvl1pPr>
            <a:lvl2pPr marL="330835" indent="0">
              <a:buNone/>
              <a:defRPr sz="1445" b="1"/>
            </a:lvl2pPr>
            <a:lvl3pPr marL="661670" indent="0">
              <a:buNone/>
              <a:defRPr sz="1300" b="1"/>
            </a:lvl3pPr>
            <a:lvl4pPr marL="992505" indent="0">
              <a:buNone/>
              <a:defRPr sz="1155" b="1"/>
            </a:lvl4pPr>
            <a:lvl5pPr marL="1322705" indent="0">
              <a:buNone/>
              <a:defRPr sz="1155" b="1"/>
            </a:lvl5pPr>
            <a:lvl6pPr marL="1653540" indent="0">
              <a:buNone/>
              <a:defRPr sz="1155" b="1"/>
            </a:lvl6pPr>
            <a:lvl7pPr marL="1984375" indent="0">
              <a:buNone/>
              <a:defRPr sz="1155" b="1"/>
            </a:lvl7pPr>
            <a:lvl8pPr marL="2315210" indent="0">
              <a:buNone/>
              <a:defRPr sz="1155" b="1"/>
            </a:lvl8pPr>
            <a:lvl9pPr marL="2646045" indent="0">
              <a:buNone/>
              <a:defRPr sz="1155" b="1"/>
            </a:lvl9pPr>
          </a:lstStyle>
          <a:p>
            <a:pPr lvl="0"/>
            <a:r>
              <a:rPr lang="zh-CN" altLang="en-US" smtClean="0"/>
              <a:t>单击此处编辑母版文本样式</a:t>
            </a:r>
            <a:endParaRPr lang="zh-CN" altLang="en-US" smtClean="0"/>
          </a:p>
        </p:txBody>
      </p:sp>
      <p:sp>
        <p:nvSpPr>
          <p:cNvPr id="4" name="Content Placeholder 3"/>
          <p:cNvSpPr>
            <a:spLocks noGrp="1"/>
          </p:cNvSpPr>
          <p:nvPr>
            <p:ph sz="half" idx="2"/>
          </p:nvPr>
        </p:nvSpPr>
        <p:spPr>
          <a:xfrm>
            <a:off x="607534" y="1812120"/>
            <a:ext cx="3731337" cy="2665356"/>
          </a:xfrm>
        </p:spPr>
        <p:txBody>
          <a:bodyPr/>
          <a:lstStyle/>
          <a:p>
            <a:pPr lvl="0"/>
            <a:r>
              <a:rPr lang="zh-CN" altLang="en-US" smtClean="0"/>
              <a:t>单击此处编辑母版文本样式</a:t>
            </a:r>
            <a:endParaRPr lang="zh-CN" altLang="en-US" smtClean="0"/>
          </a:p>
          <a:p>
            <a:pPr lvl="1"/>
            <a:r>
              <a:rPr lang="zh-CN" altLang="en-US" smtClean="0"/>
              <a:t>二级</a:t>
            </a:r>
            <a:endParaRPr lang="zh-CN" altLang="en-US" smtClean="0"/>
          </a:p>
          <a:p>
            <a:pPr lvl="2"/>
            <a:r>
              <a:rPr lang="zh-CN" altLang="en-US" smtClean="0"/>
              <a:t>三级</a:t>
            </a:r>
            <a:endParaRPr lang="zh-CN" altLang="en-US" smtClean="0"/>
          </a:p>
          <a:p>
            <a:pPr lvl="3"/>
            <a:r>
              <a:rPr lang="zh-CN" altLang="en-US" smtClean="0"/>
              <a:t>四级</a:t>
            </a:r>
            <a:endParaRPr lang="zh-CN" altLang="en-US" smtClean="0"/>
          </a:p>
          <a:p>
            <a:pPr lvl="4"/>
            <a:r>
              <a:rPr lang="zh-CN" altLang="en-US" smtClean="0"/>
              <a:t>五级</a:t>
            </a:r>
            <a:endParaRPr lang="en-US" dirty="0"/>
          </a:p>
        </p:txBody>
      </p:sp>
      <p:sp>
        <p:nvSpPr>
          <p:cNvPr id="5" name="Text Placeholder 4"/>
          <p:cNvSpPr>
            <a:spLocks noGrp="1"/>
          </p:cNvSpPr>
          <p:nvPr>
            <p:ph type="body" sz="quarter" idx="3"/>
          </p:nvPr>
        </p:nvSpPr>
        <p:spPr>
          <a:xfrm>
            <a:off x="4465201" y="1216119"/>
            <a:ext cx="3749713" cy="596001"/>
          </a:xfrm>
        </p:spPr>
        <p:txBody>
          <a:bodyPr anchor="b"/>
          <a:lstStyle>
            <a:lvl1pPr marL="0" indent="0">
              <a:buNone/>
              <a:defRPr sz="1735" b="1"/>
            </a:lvl1pPr>
            <a:lvl2pPr marL="330835" indent="0">
              <a:buNone/>
              <a:defRPr sz="1445" b="1"/>
            </a:lvl2pPr>
            <a:lvl3pPr marL="661670" indent="0">
              <a:buNone/>
              <a:defRPr sz="1300" b="1"/>
            </a:lvl3pPr>
            <a:lvl4pPr marL="992505" indent="0">
              <a:buNone/>
              <a:defRPr sz="1155" b="1"/>
            </a:lvl4pPr>
            <a:lvl5pPr marL="1322705" indent="0">
              <a:buNone/>
              <a:defRPr sz="1155" b="1"/>
            </a:lvl5pPr>
            <a:lvl6pPr marL="1653540" indent="0">
              <a:buNone/>
              <a:defRPr sz="1155" b="1"/>
            </a:lvl6pPr>
            <a:lvl7pPr marL="1984375" indent="0">
              <a:buNone/>
              <a:defRPr sz="1155" b="1"/>
            </a:lvl7pPr>
            <a:lvl8pPr marL="2315210" indent="0">
              <a:buNone/>
              <a:defRPr sz="1155" b="1"/>
            </a:lvl8pPr>
            <a:lvl9pPr marL="2646045" indent="0">
              <a:buNone/>
              <a:defRPr sz="1155" b="1"/>
            </a:lvl9pPr>
          </a:lstStyle>
          <a:p>
            <a:pPr lvl="0"/>
            <a:r>
              <a:rPr lang="zh-CN" altLang="en-US" smtClean="0"/>
              <a:t>单击此处编辑母版文本样式</a:t>
            </a:r>
            <a:endParaRPr lang="zh-CN" altLang="en-US" smtClean="0"/>
          </a:p>
        </p:txBody>
      </p:sp>
      <p:sp>
        <p:nvSpPr>
          <p:cNvPr id="6" name="Content Placeholder 5"/>
          <p:cNvSpPr>
            <a:spLocks noGrp="1"/>
          </p:cNvSpPr>
          <p:nvPr>
            <p:ph sz="quarter" idx="4"/>
          </p:nvPr>
        </p:nvSpPr>
        <p:spPr>
          <a:xfrm>
            <a:off x="4465201" y="1812120"/>
            <a:ext cx="3749713" cy="2665356"/>
          </a:xfrm>
        </p:spPr>
        <p:txBody>
          <a:bodyPr/>
          <a:lstStyle/>
          <a:p>
            <a:pPr lvl="0"/>
            <a:r>
              <a:rPr lang="zh-CN" altLang="en-US" smtClean="0"/>
              <a:t>单击此处编辑母版文本样式</a:t>
            </a:r>
            <a:endParaRPr lang="zh-CN" altLang="en-US" smtClean="0"/>
          </a:p>
          <a:p>
            <a:pPr lvl="1"/>
            <a:r>
              <a:rPr lang="zh-CN" altLang="en-US" smtClean="0"/>
              <a:t>二级</a:t>
            </a:r>
            <a:endParaRPr lang="zh-CN" altLang="en-US" smtClean="0"/>
          </a:p>
          <a:p>
            <a:pPr lvl="2"/>
            <a:r>
              <a:rPr lang="zh-CN" altLang="en-US" smtClean="0"/>
              <a:t>三级</a:t>
            </a:r>
            <a:endParaRPr lang="zh-CN" altLang="en-US" smtClean="0"/>
          </a:p>
          <a:p>
            <a:pPr lvl="3"/>
            <a:r>
              <a:rPr lang="zh-CN" altLang="en-US" smtClean="0"/>
              <a:t>四级</a:t>
            </a:r>
            <a:endParaRPr lang="zh-CN" altLang="en-US" smtClean="0"/>
          </a:p>
          <a:p>
            <a:pPr lvl="4"/>
            <a:r>
              <a:rPr lang="zh-CN" altLang="en-US" smtClean="0"/>
              <a:t>五级</a:t>
            </a:r>
            <a:endParaRPr lang="en-US" dirty="0"/>
          </a:p>
        </p:txBody>
      </p:sp>
      <p:sp>
        <p:nvSpPr>
          <p:cNvPr id="7" name="Date Placeholder 6"/>
          <p:cNvSpPr>
            <a:spLocks noGrp="1"/>
          </p:cNvSpPr>
          <p:nvPr>
            <p:ph type="dt" sz="half" idx="10"/>
          </p:nvPr>
        </p:nvSpPr>
        <p:spPr/>
        <p:txBody>
          <a:bodyPr/>
          <a:lstStyle/>
          <a:p>
            <a:fld id="{7A205B5C-000C-3A46-B095-D03A8086DC0F}" type="datetimeFigureOut">
              <a:rPr kumimoji="1" lang="zh-CN" altLang="en-US" smtClean="0"/>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9B0F0142-D7C3-114C-83F9-19786594C7FD}" type="slidenum">
              <a:rPr kumimoji="1" lang="zh-CN" altLang="en-US" smtClean="0"/>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7A205B5C-000C-3A46-B095-D03A8086DC0F}" type="datetimeFigureOut">
              <a:rPr kumimoji="1" lang="zh-CN" altLang="en-US" smtClean="0"/>
            </a:fld>
            <a:endParaRPr kumimoji="1" lang="zh-CN" altLang="en-US"/>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9B0F0142-D7C3-114C-83F9-19786594C7FD}" type="slidenum">
              <a:rPr kumimoji="1" lang="zh-CN" altLang="en-US" smtClean="0"/>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205B5C-000C-3A46-B095-D03A8086DC0F}" type="datetimeFigureOut">
              <a:rPr kumimoji="1" lang="zh-CN" altLang="en-US" smtClean="0"/>
            </a:fld>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9B0F0142-D7C3-114C-83F9-19786594C7FD}" type="slidenum">
              <a:rPr kumimoji="1" lang="zh-CN" altLang="en-US" smtClean="0"/>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07534" y="330729"/>
            <a:ext cx="2844728" cy="1157552"/>
          </a:xfrm>
        </p:spPr>
        <p:txBody>
          <a:bodyPr anchor="b"/>
          <a:lstStyle>
            <a:lvl1pPr>
              <a:defRPr sz="2315"/>
            </a:lvl1pPr>
          </a:lstStyle>
          <a:p>
            <a:r>
              <a:rPr lang="zh-CN" altLang="en-US" smtClean="0"/>
              <a:t>单击此处编辑母版标题样式</a:t>
            </a:r>
            <a:endParaRPr lang="en-US" dirty="0"/>
          </a:p>
        </p:txBody>
      </p:sp>
      <p:sp>
        <p:nvSpPr>
          <p:cNvPr id="3" name="Content Placeholder 2"/>
          <p:cNvSpPr>
            <a:spLocks noGrp="1"/>
          </p:cNvSpPr>
          <p:nvPr>
            <p:ph idx="1"/>
          </p:nvPr>
        </p:nvSpPr>
        <p:spPr>
          <a:xfrm>
            <a:off x="3749713" y="714284"/>
            <a:ext cx="4465201" cy="3525481"/>
          </a:xfrm>
        </p:spPr>
        <p:txBody>
          <a:bodyPr/>
          <a:lstStyle>
            <a:lvl1pPr>
              <a:defRPr sz="2315"/>
            </a:lvl1pPr>
            <a:lvl2pPr>
              <a:defRPr sz="2025"/>
            </a:lvl2pPr>
            <a:lvl3pPr>
              <a:defRPr sz="1735"/>
            </a:lvl3pPr>
            <a:lvl4pPr>
              <a:defRPr sz="1445"/>
            </a:lvl4pPr>
            <a:lvl5pPr>
              <a:defRPr sz="1445"/>
            </a:lvl5pPr>
            <a:lvl6pPr>
              <a:defRPr sz="1445"/>
            </a:lvl6pPr>
            <a:lvl7pPr>
              <a:defRPr sz="1445"/>
            </a:lvl7pPr>
            <a:lvl8pPr>
              <a:defRPr sz="1445"/>
            </a:lvl8pPr>
            <a:lvl9pPr>
              <a:defRPr sz="1445"/>
            </a:lvl9pPr>
          </a:lstStyle>
          <a:p>
            <a:pPr lvl="0"/>
            <a:r>
              <a:rPr lang="zh-CN" altLang="en-US" smtClean="0"/>
              <a:t>单击此处编辑母版文本样式</a:t>
            </a:r>
            <a:endParaRPr lang="zh-CN" altLang="en-US" smtClean="0"/>
          </a:p>
          <a:p>
            <a:pPr lvl="1"/>
            <a:r>
              <a:rPr lang="zh-CN" altLang="en-US" smtClean="0"/>
              <a:t>二级</a:t>
            </a:r>
            <a:endParaRPr lang="zh-CN" altLang="en-US" smtClean="0"/>
          </a:p>
          <a:p>
            <a:pPr lvl="2"/>
            <a:r>
              <a:rPr lang="zh-CN" altLang="en-US" smtClean="0"/>
              <a:t>三级</a:t>
            </a:r>
            <a:endParaRPr lang="zh-CN" altLang="en-US" smtClean="0"/>
          </a:p>
          <a:p>
            <a:pPr lvl="3"/>
            <a:r>
              <a:rPr lang="zh-CN" altLang="en-US" smtClean="0"/>
              <a:t>四级</a:t>
            </a:r>
            <a:endParaRPr lang="zh-CN" altLang="en-US" smtClean="0"/>
          </a:p>
          <a:p>
            <a:pPr lvl="4"/>
            <a:r>
              <a:rPr lang="zh-CN" altLang="en-US" smtClean="0"/>
              <a:t>五级</a:t>
            </a:r>
            <a:endParaRPr lang="en-US" dirty="0"/>
          </a:p>
        </p:txBody>
      </p:sp>
      <p:sp>
        <p:nvSpPr>
          <p:cNvPr id="4" name="Text Placeholder 3"/>
          <p:cNvSpPr>
            <a:spLocks noGrp="1"/>
          </p:cNvSpPr>
          <p:nvPr>
            <p:ph type="body" sz="half" idx="2"/>
          </p:nvPr>
        </p:nvSpPr>
        <p:spPr>
          <a:xfrm>
            <a:off x="607534" y="1488282"/>
            <a:ext cx="2844728" cy="2757225"/>
          </a:xfrm>
        </p:spPr>
        <p:txBody>
          <a:bodyPr/>
          <a:lstStyle>
            <a:lvl1pPr marL="0" indent="0">
              <a:buNone/>
              <a:defRPr sz="1155"/>
            </a:lvl1pPr>
            <a:lvl2pPr marL="330835" indent="0">
              <a:buNone/>
              <a:defRPr sz="1015"/>
            </a:lvl2pPr>
            <a:lvl3pPr marL="661670" indent="0">
              <a:buNone/>
              <a:defRPr sz="870"/>
            </a:lvl3pPr>
            <a:lvl4pPr marL="992505" indent="0">
              <a:buNone/>
              <a:defRPr sz="725"/>
            </a:lvl4pPr>
            <a:lvl5pPr marL="1322705" indent="0">
              <a:buNone/>
              <a:defRPr sz="725"/>
            </a:lvl5pPr>
            <a:lvl6pPr marL="1653540" indent="0">
              <a:buNone/>
              <a:defRPr sz="725"/>
            </a:lvl6pPr>
            <a:lvl7pPr marL="1984375" indent="0">
              <a:buNone/>
              <a:defRPr sz="725"/>
            </a:lvl7pPr>
            <a:lvl8pPr marL="2315210" indent="0">
              <a:buNone/>
              <a:defRPr sz="725"/>
            </a:lvl8pPr>
            <a:lvl9pPr marL="2646045" indent="0">
              <a:buNone/>
              <a:defRPr sz="725"/>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7A205B5C-000C-3A46-B095-D03A8086DC0F}" type="datetimeFigureOut">
              <a:rPr kumimoji="1" lang="zh-CN" altLang="en-US" smtClean="0"/>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9B0F0142-D7C3-114C-83F9-19786594C7FD}" type="slidenum">
              <a:rPr kumimoji="1" lang="zh-CN" altLang="en-US" smtClean="0"/>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07534" y="330729"/>
            <a:ext cx="2844728" cy="1157552"/>
          </a:xfrm>
        </p:spPr>
        <p:txBody>
          <a:bodyPr anchor="b"/>
          <a:lstStyle>
            <a:lvl1pPr>
              <a:defRPr sz="2315"/>
            </a:lvl1pPr>
          </a:lstStyle>
          <a:p>
            <a:r>
              <a:rPr lang="zh-CN" altLang="en-US" smtClean="0"/>
              <a:t>单击此处编辑母版标题样式</a:t>
            </a:r>
            <a:endParaRPr lang="en-US" dirty="0"/>
          </a:p>
        </p:txBody>
      </p:sp>
      <p:sp>
        <p:nvSpPr>
          <p:cNvPr id="3" name="Picture Placeholder 2"/>
          <p:cNvSpPr>
            <a:spLocks noGrp="1" noChangeAspect="1"/>
          </p:cNvSpPr>
          <p:nvPr>
            <p:ph type="pic" idx="1" hasCustomPrompt="1"/>
          </p:nvPr>
        </p:nvSpPr>
        <p:spPr>
          <a:xfrm>
            <a:off x="3749713" y="714284"/>
            <a:ext cx="4465201" cy="3525481"/>
          </a:xfrm>
        </p:spPr>
        <p:txBody>
          <a:bodyPr anchor="t"/>
          <a:lstStyle>
            <a:lvl1pPr marL="0" indent="0">
              <a:buNone/>
              <a:defRPr sz="2315"/>
            </a:lvl1pPr>
            <a:lvl2pPr marL="330835" indent="0">
              <a:buNone/>
              <a:defRPr sz="2025"/>
            </a:lvl2pPr>
            <a:lvl3pPr marL="661670" indent="0">
              <a:buNone/>
              <a:defRPr sz="1735"/>
            </a:lvl3pPr>
            <a:lvl4pPr marL="992505" indent="0">
              <a:buNone/>
              <a:defRPr sz="1445"/>
            </a:lvl4pPr>
            <a:lvl5pPr marL="1322705" indent="0">
              <a:buNone/>
              <a:defRPr sz="1445"/>
            </a:lvl5pPr>
            <a:lvl6pPr marL="1653540" indent="0">
              <a:buNone/>
              <a:defRPr sz="1445"/>
            </a:lvl6pPr>
            <a:lvl7pPr marL="1984375" indent="0">
              <a:buNone/>
              <a:defRPr sz="1445"/>
            </a:lvl7pPr>
            <a:lvl8pPr marL="2315210" indent="0">
              <a:buNone/>
              <a:defRPr sz="1445"/>
            </a:lvl8pPr>
            <a:lvl9pPr marL="2646045" indent="0">
              <a:buNone/>
              <a:defRPr sz="1445"/>
            </a:lvl9pPr>
          </a:lstStyle>
          <a:p>
            <a:r>
              <a:rPr lang="zh-CN" altLang="en-US" smtClean="0"/>
              <a:t>将图片拖动到占位符，或单击添加图标</a:t>
            </a:r>
            <a:endParaRPr lang="en-US" dirty="0"/>
          </a:p>
        </p:txBody>
      </p:sp>
      <p:sp>
        <p:nvSpPr>
          <p:cNvPr id="4" name="Text Placeholder 3"/>
          <p:cNvSpPr>
            <a:spLocks noGrp="1"/>
          </p:cNvSpPr>
          <p:nvPr>
            <p:ph type="body" sz="half" idx="2"/>
          </p:nvPr>
        </p:nvSpPr>
        <p:spPr>
          <a:xfrm>
            <a:off x="607534" y="1488282"/>
            <a:ext cx="2844728" cy="2757225"/>
          </a:xfrm>
        </p:spPr>
        <p:txBody>
          <a:bodyPr/>
          <a:lstStyle>
            <a:lvl1pPr marL="0" indent="0">
              <a:buNone/>
              <a:defRPr sz="1155"/>
            </a:lvl1pPr>
            <a:lvl2pPr marL="330835" indent="0">
              <a:buNone/>
              <a:defRPr sz="1015"/>
            </a:lvl2pPr>
            <a:lvl3pPr marL="661670" indent="0">
              <a:buNone/>
              <a:defRPr sz="870"/>
            </a:lvl3pPr>
            <a:lvl4pPr marL="992505" indent="0">
              <a:buNone/>
              <a:defRPr sz="725"/>
            </a:lvl4pPr>
            <a:lvl5pPr marL="1322705" indent="0">
              <a:buNone/>
              <a:defRPr sz="725"/>
            </a:lvl5pPr>
            <a:lvl6pPr marL="1653540" indent="0">
              <a:buNone/>
              <a:defRPr sz="725"/>
            </a:lvl6pPr>
            <a:lvl7pPr marL="1984375" indent="0">
              <a:buNone/>
              <a:defRPr sz="725"/>
            </a:lvl7pPr>
            <a:lvl8pPr marL="2315210" indent="0">
              <a:buNone/>
              <a:defRPr sz="725"/>
            </a:lvl8pPr>
            <a:lvl9pPr marL="2646045" indent="0">
              <a:buNone/>
              <a:defRPr sz="725"/>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7A205B5C-000C-3A46-B095-D03A8086DC0F}" type="datetimeFigureOut">
              <a:rPr kumimoji="1" lang="zh-CN" altLang="en-US" smtClean="0"/>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9B0F0142-D7C3-114C-83F9-19786594C7FD}" type="slidenum">
              <a:rPr kumimoji="1" lang="zh-CN" altLang="en-US" smtClean="0"/>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二级</a:t>
            </a:r>
            <a:endParaRPr lang="zh-CN" altLang="en-US" smtClean="0"/>
          </a:p>
          <a:p>
            <a:pPr lvl="2"/>
            <a:r>
              <a:rPr lang="zh-CN" altLang="en-US" smtClean="0"/>
              <a:t>三级</a:t>
            </a:r>
            <a:endParaRPr lang="zh-CN" altLang="en-US" smtClean="0"/>
          </a:p>
          <a:p>
            <a:pPr lvl="3"/>
            <a:r>
              <a:rPr lang="zh-CN" altLang="en-US" smtClean="0"/>
              <a:t>四级</a:t>
            </a:r>
            <a:endParaRPr lang="zh-CN" altLang="en-US" smtClean="0"/>
          </a:p>
          <a:p>
            <a:pPr lvl="4"/>
            <a:r>
              <a:rPr lang="zh-CN" altLang="en-US" smtClean="0"/>
              <a:t>五级</a:t>
            </a:r>
            <a:endParaRPr lang="en-US" dirty="0"/>
          </a:p>
        </p:txBody>
      </p:sp>
      <p:sp>
        <p:nvSpPr>
          <p:cNvPr id="4" name="Date Placeholder 3"/>
          <p:cNvSpPr>
            <a:spLocks noGrp="1"/>
          </p:cNvSpPr>
          <p:nvPr>
            <p:ph type="dt" sz="half" idx="10"/>
          </p:nvPr>
        </p:nvSpPr>
        <p:spPr/>
        <p:txBody>
          <a:bodyPr/>
          <a:lstStyle/>
          <a:p>
            <a:fld id="{7A205B5C-000C-3A46-B095-D03A8086DC0F}" type="datetimeFigureOut">
              <a:rPr kumimoji="1" lang="zh-CN" altLang="en-US" smtClean="0"/>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9B0F0142-D7C3-114C-83F9-19786594C7FD}" type="slidenum">
              <a:rPr kumimoji="1" lang="zh-CN" altLang="en-US" smtClean="0"/>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11920" y="264124"/>
            <a:ext cx="1901845" cy="4204166"/>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606385" y="264124"/>
            <a:ext cx="5595283" cy="4204166"/>
          </a:xfrm>
        </p:spPr>
        <p:txBody>
          <a:bodyPr vert="eaVert"/>
          <a:lstStyle/>
          <a:p>
            <a:pPr lvl="0"/>
            <a:r>
              <a:rPr lang="zh-CN" altLang="en-US" smtClean="0"/>
              <a:t>单击此处编辑母版文本样式</a:t>
            </a:r>
            <a:endParaRPr lang="zh-CN" altLang="en-US" smtClean="0"/>
          </a:p>
          <a:p>
            <a:pPr lvl="1"/>
            <a:r>
              <a:rPr lang="zh-CN" altLang="en-US" smtClean="0"/>
              <a:t>二级</a:t>
            </a:r>
            <a:endParaRPr lang="zh-CN" altLang="en-US" smtClean="0"/>
          </a:p>
          <a:p>
            <a:pPr lvl="2"/>
            <a:r>
              <a:rPr lang="zh-CN" altLang="en-US" smtClean="0"/>
              <a:t>三级</a:t>
            </a:r>
            <a:endParaRPr lang="zh-CN" altLang="en-US" smtClean="0"/>
          </a:p>
          <a:p>
            <a:pPr lvl="3"/>
            <a:r>
              <a:rPr lang="zh-CN" altLang="en-US" smtClean="0"/>
              <a:t>四级</a:t>
            </a:r>
            <a:endParaRPr lang="zh-CN" altLang="en-US" smtClean="0"/>
          </a:p>
          <a:p>
            <a:pPr lvl="4"/>
            <a:r>
              <a:rPr lang="zh-CN" altLang="en-US" smtClean="0"/>
              <a:t>五级</a:t>
            </a:r>
            <a:endParaRPr lang="en-US" dirty="0"/>
          </a:p>
        </p:txBody>
      </p:sp>
      <p:sp>
        <p:nvSpPr>
          <p:cNvPr id="4" name="Date Placeholder 3"/>
          <p:cNvSpPr>
            <a:spLocks noGrp="1"/>
          </p:cNvSpPr>
          <p:nvPr>
            <p:ph type="dt" sz="half" idx="10"/>
          </p:nvPr>
        </p:nvSpPr>
        <p:spPr/>
        <p:txBody>
          <a:bodyPr/>
          <a:lstStyle/>
          <a:p>
            <a:fld id="{7A205B5C-000C-3A46-B095-D03A8086DC0F}" type="datetimeFigureOut">
              <a:rPr kumimoji="1" lang="zh-CN" altLang="en-US" smtClean="0"/>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9B0F0142-D7C3-114C-83F9-19786594C7FD}" type="slidenum">
              <a:rPr kumimoji="1" lang="zh-CN" altLang="en-US" smtClean="0"/>
            </a:fld>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CFCF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6386" y="264125"/>
            <a:ext cx="7607379" cy="958885"/>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06386" y="1320620"/>
            <a:ext cx="7607379" cy="3147670"/>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二级</a:t>
            </a:r>
            <a:endParaRPr lang="zh-CN" altLang="en-US" smtClean="0"/>
          </a:p>
          <a:p>
            <a:pPr lvl="2"/>
            <a:r>
              <a:rPr lang="zh-CN" altLang="en-US" smtClean="0"/>
              <a:t>三级</a:t>
            </a:r>
            <a:endParaRPr lang="zh-CN" altLang="en-US" smtClean="0"/>
          </a:p>
          <a:p>
            <a:pPr lvl="3"/>
            <a:r>
              <a:rPr lang="zh-CN" altLang="en-US" smtClean="0"/>
              <a:t>四级</a:t>
            </a:r>
            <a:endParaRPr lang="zh-CN" altLang="en-US" smtClean="0"/>
          </a:p>
          <a:p>
            <a:pPr lvl="4"/>
            <a:r>
              <a:rPr lang="zh-CN" altLang="en-US" smtClean="0"/>
              <a:t>五级</a:t>
            </a:r>
            <a:endParaRPr lang="en-US" dirty="0"/>
          </a:p>
        </p:txBody>
      </p:sp>
      <p:sp>
        <p:nvSpPr>
          <p:cNvPr id="4" name="Date Placeholder 3"/>
          <p:cNvSpPr>
            <a:spLocks noGrp="1"/>
          </p:cNvSpPr>
          <p:nvPr>
            <p:ph type="dt" sz="half" idx="2"/>
          </p:nvPr>
        </p:nvSpPr>
        <p:spPr>
          <a:xfrm>
            <a:off x="606385" y="4598055"/>
            <a:ext cx="1984534" cy="264124"/>
          </a:xfrm>
          <a:prstGeom prst="rect">
            <a:avLst/>
          </a:prstGeom>
        </p:spPr>
        <p:txBody>
          <a:bodyPr vert="horz" lIns="91440" tIns="45720" rIns="91440" bIns="45720" rtlCol="0" anchor="ctr"/>
          <a:lstStyle>
            <a:lvl1pPr algn="l">
              <a:defRPr sz="870">
                <a:solidFill>
                  <a:schemeClr val="tx1">
                    <a:tint val="75000"/>
                  </a:schemeClr>
                </a:solidFill>
              </a:defRPr>
            </a:lvl1pPr>
          </a:lstStyle>
          <a:p>
            <a:fld id="{7A205B5C-000C-3A46-B095-D03A8086DC0F}" type="datetimeFigureOut">
              <a:rPr kumimoji="1" lang="zh-CN" altLang="en-US" smtClean="0"/>
            </a:fld>
            <a:endParaRPr kumimoji="1" lang="zh-CN" altLang="en-US"/>
          </a:p>
        </p:txBody>
      </p:sp>
      <p:sp>
        <p:nvSpPr>
          <p:cNvPr id="5" name="Footer Placeholder 4"/>
          <p:cNvSpPr>
            <a:spLocks noGrp="1"/>
          </p:cNvSpPr>
          <p:nvPr>
            <p:ph type="ftr" sz="quarter" idx="3"/>
          </p:nvPr>
        </p:nvSpPr>
        <p:spPr>
          <a:xfrm>
            <a:off x="2921675" y="4598055"/>
            <a:ext cx="2976801" cy="264124"/>
          </a:xfrm>
          <a:prstGeom prst="rect">
            <a:avLst/>
          </a:prstGeom>
        </p:spPr>
        <p:txBody>
          <a:bodyPr vert="horz" lIns="91440" tIns="45720" rIns="91440" bIns="45720" rtlCol="0" anchor="ctr"/>
          <a:lstStyle>
            <a:lvl1pPr algn="ctr">
              <a:defRPr sz="870">
                <a:solidFill>
                  <a:schemeClr val="tx1">
                    <a:tint val="75000"/>
                  </a:schemeClr>
                </a:solidFill>
              </a:defRPr>
            </a:lvl1pPr>
          </a:lstStyle>
          <a:p>
            <a:endParaRPr kumimoji="1" lang="zh-CN" altLang="en-US"/>
          </a:p>
        </p:txBody>
      </p:sp>
      <p:sp>
        <p:nvSpPr>
          <p:cNvPr id="6" name="Slide Number Placeholder 5"/>
          <p:cNvSpPr>
            <a:spLocks noGrp="1"/>
          </p:cNvSpPr>
          <p:nvPr>
            <p:ph type="sldNum" sz="quarter" idx="4"/>
          </p:nvPr>
        </p:nvSpPr>
        <p:spPr>
          <a:xfrm>
            <a:off x="6229231" y="4598055"/>
            <a:ext cx="1984534" cy="264124"/>
          </a:xfrm>
          <a:prstGeom prst="rect">
            <a:avLst/>
          </a:prstGeom>
        </p:spPr>
        <p:txBody>
          <a:bodyPr vert="horz" lIns="91440" tIns="45720" rIns="91440" bIns="45720" rtlCol="0" anchor="ctr"/>
          <a:lstStyle>
            <a:lvl1pPr algn="r">
              <a:defRPr sz="870">
                <a:solidFill>
                  <a:schemeClr val="tx1">
                    <a:tint val="75000"/>
                  </a:schemeClr>
                </a:solidFill>
              </a:defRPr>
            </a:lvl1pPr>
          </a:lstStyle>
          <a:p>
            <a:fld id="{9B0F0142-D7C3-114C-83F9-19786594C7FD}"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61035" rtl="0" eaLnBrk="1" latinLnBrk="0" hangingPunct="1">
        <a:lnSpc>
          <a:spcPct val="90000"/>
        </a:lnSpc>
        <a:spcBef>
          <a:spcPct val="0"/>
        </a:spcBef>
        <a:buNone/>
        <a:defRPr sz="3185" kern="1200">
          <a:solidFill>
            <a:schemeClr val="tx1"/>
          </a:solidFill>
          <a:latin typeface="+mj-lt"/>
          <a:ea typeface="+mj-ea"/>
          <a:cs typeface="+mj-cs"/>
        </a:defRPr>
      </a:lvl1pPr>
    </p:titleStyle>
    <p:bodyStyle>
      <a:lvl1pPr marL="165100" indent="-165100" algn="l" defTabSz="661035" rtl="0" eaLnBrk="1" latinLnBrk="0" hangingPunct="1">
        <a:lnSpc>
          <a:spcPct val="90000"/>
        </a:lnSpc>
        <a:spcBef>
          <a:spcPts val="725"/>
        </a:spcBef>
        <a:buFont typeface="Arial" panose="020B0604020202020204" pitchFamily="34" charset="0"/>
        <a:buChar char="•"/>
        <a:defRPr sz="2025" kern="1200">
          <a:solidFill>
            <a:schemeClr val="tx1"/>
          </a:solidFill>
          <a:latin typeface="+mn-lt"/>
          <a:ea typeface="+mn-ea"/>
          <a:cs typeface="+mn-cs"/>
        </a:defRPr>
      </a:lvl1pPr>
      <a:lvl2pPr marL="495935" indent="-165100" algn="l" defTabSz="661035" rtl="0" eaLnBrk="1" latinLnBrk="0" hangingPunct="1">
        <a:lnSpc>
          <a:spcPct val="90000"/>
        </a:lnSpc>
        <a:spcBef>
          <a:spcPts val="360"/>
        </a:spcBef>
        <a:buFont typeface="Arial" panose="020B0604020202020204" pitchFamily="34" charset="0"/>
        <a:buChar char="•"/>
        <a:defRPr sz="1735" kern="1200">
          <a:solidFill>
            <a:schemeClr val="tx1"/>
          </a:solidFill>
          <a:latin typeface="+mn-lt"/>
          <a:ea typeface="+mn-ea"/>
          <a:cs typeface="+mn-cs"/>
        </a:defRPr>
      </a:lvl2pPr>
      <a:lvl3pPr marL="826770" indent="-165100" algn="l" defTabSz="661035" rtl="0" eaLnBrk="1" latinLnBrk="0" hangingPunct="1">
        <a:lnSpc>
          <a:spcPct val="90000"/>
        </a:lnSpc>
        <a:spcBef>
          <a:spcPts val="360"/>
        </a:spcBef>
        <a:buFont typeface="Arial" panose="020B0604020202020204" pitchFamily="34" charset="0"/>
        <a:buChar char="•"/>
        <a:defRPr sz="1445" kern="1200">
          <a:solidFill>
            <a:schemeClr val="tx1"/>
          </a:solidFill>
          <a:latin typeface="+mn-lt"/>
          <a:ea typeface="+mn-ea"/>
          <a:cs typeface="+mn-cs"/>
        </a:defRPr>
      </a:lvl3pPr>
      <a:lvl4pPr marL="1157605" indent="-165100" algn="l" defTabSz="661035" rtl="0" eaLnBrk="1" latinLnBrk="0" hangingPunct="1">
        <a:lnSpc>
          <a:spcPct val="90000"/>
        </a:lnSpc>
        <a:spcBef>
          <a:spcPts val="360"/>
        </a:spcBef>
        <a:buFont typeface="Arial" panose="020B0604020202020204" pitchFamily="34" charset="0"/>
        <a:buChar char="•"/>
        <a:defRPr sz="1300" kern="1200">
          <a:solidFill>
            <a:schemeClr val="tx1"/>
          </a:solidFill>
          <a:latin typeface="+mn-lt"/>
          <a:ea typeface="+mn-ea"/>
          <a:cs typeface="+mn-cs"/>
        </a:defRPr>
      </a:lvl4pPr>
      <a:lvl5pPr marL="1488440" indent="-165100" algn="l" defTabSz="661035" rtl="0" eaLnBrk="1" latinLnBrk="0" hangingPunct="1">
        <a:lnSpc>
          <a:spcPct val="90000"/>
        </a:lnSpc>
        <a:spcBef>
          <a:spcPts val="360"/>
        </a:spcBef>
        <a:buFont typeface="Arial" panose="020B0604020202020204" pitchFamily="34" charset="0"/>
        <a:buChar char="•"/>
        <a:defRPr sz="1300" kern="1200">
          <a:solidFill>
            <a:schemeClr val="tx1"/>
          </a:solidFill>
          <a:latin typeface="+mn-lt"/>
          <a:ea typeface="+mn-ea"/>
          <a:cs typeface="+mn-cs"/>
        </a:defRPr>
      </a:lvl5pPr>
      <a:lvl6pPr marL="1819275" indent="-165100" algn="l" defTabSz="661035" rtl="0" eaLnBrk="1" latinLnBrk="0" hangingPunct="1">
        <a:lnSpc>
          <a:spcPct val="90000"/>
        </a:lnSpc>
        <a:spcBef>
          <a:spcPts val="360"/>
        </a:spcBef>
        <a:buFont typeface="Arial" panose="020B0604020202020204" pitchFamily="34" charset="0"/>
        <a:buChar char="•"/>
        <a:defRPr sz="1300" kern="1200">
          <a:solidFill>
            <a:schemeClr val="tx1"/>
          </a:solidFill>
          <a:latin typeface="+mn-lt"/>
          <a:ea typeface="+mn-ea"/>
          <a:cs typeface="+mn-cs"/>
        </a:defRPr>
      </a:lvl6pPr>
      <a:lvl7pPr marL="2150110" indent="-165100" algn="l" defTabSz="661035" rtl="0" eaLnBrk="1" latinLnBrk="0" hangingPunct="1">
        <a:lnSpc>
          <a:spcPct val="90000"/>
        </a:lnSpc>
        <a:spcBef>
          <a:spcPts val="360"/>
        </a:spcBef>
        <a:buFont typeface="Arial" panose="020B0604020202020204" pitchFamily="34" charset="0"/>
        <a:buChar char="•"/>
        <a:defRPr sz="1300" kern="1200">
          <a:solidFill>
            <a:schemeClr val="tx1"/>
          </a:solidFill>
          <a:latin typeface="+mn-lt"/>
          <a:ea typeface="+mn-ea"/>
          <a:cs typeface="+mn-cs"/>
        </a:defRPr>
      </a:lvl7pPr>
      <a:lvl8pPr marL="2480310" indent="-165100" algn="l" defTabSz="661035" rtl="0" eaLnBrk="1" latinLnBrk="0" hangingPunct="1">
        <a:lnSpc>
          <a:spcPct val="90000"/>
        </a:lnSpc>
        <a:spcBef>
          <a:spcPts val="360"/>
        </a:spcBef>
        <a:buFont typeface="Arial" panose="020B0604020202020204" pitchFamily="34" charset="0"/>
        <a:buChar char="•"/>
        <a:defRPr sz="1300" kern="1200">
          <a:solidFill>
            <a:schemeClr val="tx1"/>
          </a:solidFill>
          <a:latin typeface="+mn-lt"/>
          <a:ea typeface="+mn-ea"/>
          <a:cs typeface="+mn-cs"/>
        </a:defRPr>
      </a:lvl8pPr>
      <a:lvl9pPr marL="2811145" indent="-165100" algn="l" defTabSz="661035" rtl="0" eaLnBrk="1" latinLnBrk="0" hangingPunct="1">
        <a:lnSpc>
          <a:spcPct val="90000"/>
        </a:lnSpc>
        <a:spcBef>
          <a:spcPts val="360"/>
        </a:spcBef>
        <a:buFont typeface="Arial" panose="020B0604020202020204" pitchFamily="34" charset="0"/>
        <a:buChar char="•"/>
        <a:defRPr sz="1300" kern="1200">
          <a:solidFill>
            <a:schemeClr val="tx1"/>
          </a:solidFill>
          <a:latin typeface="+mn-lt"/>
          <a:ea typeface="+mn-ea"/>
          <a:cs typeface="+mn-cs"/>
        </a:defRPr>
      </a:lvl9pPr>
    </p:bodyStyle>
    <p:otherStyle>
      <a:defPPr>
        <a:defRPr lang="en-US"/>
      </a:defPPr>
      <a:lvl1pPr marL="0" algn="l" defTabSz="661035" rtl="0" eaLnBrk="1" latinLnBrk="0" hangingPunct="1">
        <a:defRPr sz="1300" kern="1200">
          <a:solidFill>
            <a:schemeClr val="tx1"/>
          </a:solidFill>
          <a:latin typeface="+mn-lt"/>
          <a:ea typeface="+mn-ea"/>
          <a:cs typeface="+mn-cs"/>
        </a:defRPr>
      </a:lvl1pPr>
      <a:lvl2pPr marL="330835" algn="l" defTabSz="661035" rtl="0" eaLnBrk="1" latinLnBrk="0" hangingPunct="1">
        <a:defRPr sz="1300" kern="1200">
          <a:solidFill>
            <a:schemeClr val="tx1"/>
          </a:solidFill>
          <a:latin typeface="+mn-lt"/>
          <a:ea typeface="+mn-ea"/>
          <a:cs typeface="+mn-cs"/>
        </a:defRPr>
      </a:lvl2pPr>
      <a:lvl3pPr marL="661670" algn="l" defTabSz="661035" rtl="0" eaLnBrk="1" latinLnBrk="0" hangingPunct="1">
        <a:defRPr sz="1300" kern="1200">
          <a:solidFill>
            <a:schemeClr val="tx1"/>
          </a:solidFill>
          <a:latin typeface="+mn-lt"/>
          <a:ea typeface="+mn-ea"/>
          <a:cs typeface="+mn-cs"/>
        </a:defRPr>
      </a:lvl3pPr>
      <a:lvl4pPr marL="992505" algn="l" defTabSz="661035" rtl="0" eaLnBrk="1" latinLnBrk="0" hangingPunct="1">
        <a:defRPr sz="1300" kern="1200">
          <a:solidFill>
            <a:schemeClr val="tx1"/>
          </a:solidFill>
          <a:latin typeface="+mn-lt"/>
          <a:ea typeface="+mn-ea"/>
          <a:cs typeface="+mn-cs"/>
        </a:defRPr>
      </a:lvl4pPr>
      <a:lvl5pPr marL="1322705" algn="l" defTabSz="661035" rtl="0" eaLnBrk="1" latinLnBrk="0" hangingPunct="1">
        <a:defRPr sz="1300" kern="1200">
          <a:solidFill>
            <a:schemeClr val="tx1"/>
          </a:solidFill>
          <a:latin typeface="+mn-lt"/>
          <a:ea typeface="+mn-ea"/>
          <a:cs typeface="+mn-cs"/>
        </a:defRPr>
      </a:lvl5pPr>
      <a:lvl6pPr marL="1653540" algn="l" defTabSz="661035" rtl="0" eaLnBrk="1" latinLnBrk="0" hangingPunct="1">
        <a:defRPr sz="1300" kern="1200">
          <a:solidFill>
            <a:schemeClr val="tx1"/>
          </a:solidFill>
          <a:latin typeface="+mn-lt"/>
          <a:ea typeface="+mn-ea"/>
          <a:cs typeface="+mn-cs"/>
        </a:defRPr>
      </a:lvl6pPr>
      <a:lvl7pPr marL="1984375" algn="l" defTabSz="661035" rtl="0" eaLnBrk="1" latinLnBrk="0" hangingPunct="1">
        <a:defRPr sz="1300" kern="1200">
          <a:solidFill>
            <a:schemeClr val="tx1"/>
          </a:solidFill>
          <a:latin typeface="+mn-lt"/>
          <a:ea typeface="+mn-ea"/>
          <a:cs typeface="+mn-cs"/>
        </a:defRPr>
      </a:lvl7pPr>
      <a:lvl8pPr marL="2315210" algn="l" defTabSz="661035" rtl="0" eaLnBrk="1" latinLnBrk="0" hangingPunct="1">
        <a:defRPr sz="1300" kern="1200">
          <a:solidFill>
            <a:schemeClr val="tx1"/>
          </a:solidFill>
          <a:latin typeface="+mn-lt"/>
          <a:ea typeface="+mn-ea"/>
          <a:cs typeface="+mn-cs"/>
        </a:defRPr>
      </a:lvl8pPr>
      <a:lvl9pPr marL="2646045" algn="l" defTabSz="661035" rtl="0" eaLnBrk="1" latinLnBrk="0" hangingPunct="1">
        <a:defRPr sz="1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4.emf"/><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emf"/><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9.jpeg"/><Relationship Id="rId4" Type="http://schemas.openxmlformats.org/officeDocument/2006/relationships/image" Target="../media/image8.jpeg"/><Relationship Id="rId3" Type="http://schemas.openxmlformats.org/officeDocument/2006/relationships/image" Target="../media/image5.jpeg"/><Relationship Id="rId2" Type="http://schemas.openxmlformats.org/officeDocument/2006/relationships/image" Target="../media/image7.jpeg"/><Relationship Id="rId1" Type="http://schemas.openxmlformats.org/officeDocument/2006/relationships/image" Target="../media/image6.jpeg"/></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2.jpeg"/><Relationship Id="rId4" Type="http://schemas.openxmlformats.org/officeDocument/2006/relationships/image" Target="../media/image11.jpeg"/><Relationship Id="rId3" Type="http://schemas.openxmlformats.org/officeDocument/2006/relationships/image" Target="../media/image10.jpeg"/><Relationship Id="rId2" Type="http://schemas.openxmlformats.org/officeDocument/2006/relationships/image" Target="../media/image7.jpeg"/><Relationship Id="rId1" Type="http://schemas.openxmlformats.org/officeDocument/2006/relationships/image" Target="../media/image6.jpe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1.xml"/><Relationship Id="rId5" Type="http://schemas.openxmlformats.org/officeDocument/2006/relationships/image" Target="../media/image5.jpeg"/><Relationship Id="rId4" Type="http://schemas.openxmlformats.org/officeDocument/2006/relationships/image" Target="../media/image15.jpeg"/><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image" Target="../media/image6.jpe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16.jpeg"/><Relationship Id="rId1" Type="http://schemas.openxmlformats.org/officeDocument/2006/relationships/image" Target="../media/image6.jpe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4.emf"/><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7.jpeg"/><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8.jpeg"/><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0.jpeg"/><Relationship Id="rId1" Type="http://schemas.openxmlformats.org/officeDocument/2006/relationships/image" Target="../media/image3.jpe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1.GIF"/><Relationship Id="rId1" Type="http://schemas.openxmlformats.org/officeDocument/2006/relationships/image" Target="../media/image3.jpeg"/></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4.emf"/><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4" name="矩形 3"/>
          <p:cNvSpPr/>
          <p:nvPr/>
        </p:nvSpPr>
        <p:spPr>
          <a:xfrm>
            <a:off x="-14605" y="-8890"/>
            <a:ext cx="8849360" cy="4978400"/>
          </a:xfrm>
          <a:prstGeom prst="rect">
            <a:avLst/>
          </a:prstGeom>
          <a:solidFill>
            <a:srgbClr val="111111">
              <a:alpha val="4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3" name="图片 2" descr="C:\Users\zhouzhen\Desktop\图片1.png图片1"/>
          <p:cNvPicPr>
            <a:picLocks noChangeAspect="1"/>
          </p:cNvPicPr>
          <p:nvPr/>
        </p:nvPicPr>
        <p:blipFill>
          <a:blip r:embed="rId2"/>
          <a:srcRect/>
          <a:stretch>
            <a:fillRect/>
          </a:stretch>
        </p:blipFill>
        <p:spPr>
          <a:xfrm>
            <a:off x="-14605" y="-8890"/>
            <a:ext cx="8849360" cy="4978400"/>
          </a:xfrm>
          <a:prstGeom prst="rect">
            <a:avLst/>
          </a:prstGeom>
        </p:spPr>
      </p:pic>
      <p:sp>
        <p:nvSpPr>
          <p:cNvPr id="2" name="TextBox 1"/>
          <p:cNvSpPr txBox="1"/>
          <p:nvPr/>
        </p:nvSpPr>
        <p:spPr>
          <a:xfrm>
            <a:off x="3442063" y="3345767"/>
            <a:ext cx="5060588" cy="460375"/>
          </a:xfrm>
          <a:prstGeom prst="rect">
            <a:avLst/>
          </a:prstGeom>
          <a:noFill/>
        </p:spPr>
        <p:txBody>
          <a:bodyPr wrap="square" rtlCol="0">
            <a:spAutoFit/>
          </a:bodyPr>
          <a:lstStyle/>
          <a:p>
            <a:pPr algn="r"/>
            <a:r>
              <a:rPr lang="zh-CN" altLang="en-US" sz="2400" dirty="0" smtClean="0">
                <a:solidFill>
                  <a:schemeClr val="bg1"/>
                </a:solidFill>
                <a:latin typeface="微软雅黑" panose="020B0503020204020204" pitchFamily="34" charset="-122"/>
                <a:ea typeface="微软雅黑" panose="020B0503020204020204" pitchFamily="34" charset="-122"/>
              </a:rPr>
              <a:t>游戏中的渲染加速方法</a:t>
            </a:r>
            <a:r>
              <a:rPr lang="en-US" altLang="zh-CN" sz="2400" dirty="0" smtClean="0">
                <a:solidFill>
                  <a:schemeClr val="bg1"/>
                </a:solidFill>
                <a:latin typeface="微软雅黑" panose="020B0503020204020204" pitchFamily="34" charset="-122"/>
                <a:ea typeface="微软雅黑" panose="020B0503020204020204" pitchFamily="34" charset="-122"/>
              </a:rPr>
              <a:t>jia</a:t>
            </a:r>
            <a:endParaRPr lang="en-US" altLang="zh-CN" sz="2400" dirty="0" smtClean="0">
              <a:solidFill>
                <a:schemeClr val="bg1"/>
              </a:solidFill>
              <a:latin typeface="微软雅黑" panose="020B0503020204020204" pitchFamily="34" charset="-122"/>
              <a:ea typeface="微软雅黑" panose="020B0503020204020204" pitchFamily="34" charset="-122"/>
            </a:endParaRPr>
          </a:p>
        </p:txBody>
      </p:sp>
      <p:sp>
        <p:nvSpPr>
          <p:cNvPr id="6" name="矩形 5"/>
          <p:cNvSpPr/>
          <p:nvPr/>
        </p:nvSpPr>
        <p:spPr>
          <a:xfrm>
            <a:off x="5192486" y="4018504"/>
            <a:ext cx="3310165" cy="398780"/>
          </a:xfrm>
          <a:prstGeom prst="rect">
            <a:avLst/>
          </a:prstGeom>
        </p:spPr>
        <p:txBody>
          <a:bodyPr wrap="square">
            <a:spAutoFit/>
          </a:bodyPr>
          <a:lstStyle/>
          <a:p>
            <a:pPr algn="r"/>
            <a:r>
              <a:rPr lang="en-US" altLang="zh-CN" sz="1000" b="1" dirty="0" smtClean="0">
                <a:solidFill>
                  <a:schemeClr val="bg1"/>
                </a:solidFill>
                <a:latin typeface="DIN" charset="0"/>
                <a:ea typeface="DIN" charset="0"/>
                <a:cs typeface="DIN" charset="0"/>
              </a:rPr>
              <a:t>CC</a:t>
            </a:r>
            <a:r>
              <a:rPr lang="zh-CN" altLang="en-US" sz="1000" dirty="0" smtClean="0">
                <a:solidFill>
                  <a:schemeClr val="bg1"/>
                </a:solidFill>
                <a:latin typeface="方正兰亭刊黑_GBK" panose="02000000000000000000" charset="-122"/>
                <a:ea typeface="方正兰亭刊黑_GBK" panose="02000000000000000000" charset="-122"/>
                <a:cs typeface="方正兰亭刊黑_GBK" panose="02000000000000000000" charset="-122"/>
              </a:rPr>
              <a:t>美术部</a:t>
            </a:r>
            <a:r>
              <a:rPr lang="en-US" altLang="zh-CN" sz="1000" b="1" dirty="0" smtClean="0">
                <a:solidFill>
                  <a:schemeClr val="bg1"/>
                </a:solidFill>
                <a:latin typeface="DIN" charset="0"/>
                <a:ea typeface="DIN" charset="0"/>
                <a:cs typeface="DIN" charset="0"/>
              </a:rPr>
              <a:t>FORCE</a:t>
            </a:r>
            <a:r>
              <a:rPr lang="zh-CN" altLang="en-US" sz="1000" dirty="0" smtClean="0">
                <a:solidFill>
                  <a:schemeClr val="bg1"/>
                </a:solidFill>
                <a:latin typeface="方正兰亭刊黑_GBK" panose="02000000000000000000" charset="-122"/>
                <a:ea typeface="方正兰亭刊黑_GBK" panose="02000000000000000000" charset="-122"/>
                <a:cs typeface="方正兰亭刊黑_GBK" panose="02000000000000000000" charset="-122"/>
              </a:rPr>
              <a:t>组 </a:t>
            </a:r>
            <a:r>
              <a:rPr lang="en-US" altLang="zh-CN" sz="1000" b="1" dirty="0" smtClean="0">
                <a:solidFill>
                  <a:schemeClr val="bg1"/>
                </a:solidFill>
                <a:latin typeface="DIN" charset="0"/>
                <a:ea typeface="方正兰亭刊黑_GBK" panose="02000000000000000000" charset="-122"/>
                <a:cs typeface="方正兰亭刊黑_GBK" panose="02000000000000000000" charset="-122"/>
              </a:rPr>
              <a:t>TA </a:t>
            </a:r>
            <a:endParaRPr lang="en-US" sz="1000" dirty="0" smtClean="0">
              <a:solidFill>
                <a:schemeClr val="bg1"/>
              </a:solidFill>
              <a:latin typeface="方正兰亭刊黑_GBK" panose="02000000000000000000" charset="-122"/>
              <a:ea typeface="方正兰亭刊黑_GBK" panose="02000000000000000000" charset="-122"/>
              <a:cs typeface="方正兰亭刊黑_GBK" panose="02000000000000000000" charset="-122"/>
            </a:endParaRPr>
          </a:p>
          <a:p>
            <a:pPr algn="r"/>
            <a:r>
              <a:rPr lang="zh-CN" altLang="en-US" sz="1000" dirty="0" smtClean="0">
                <a:solidFill>
                  <a:schemeClr val="bg1"/>
                </a:solidFill>
                <a:latin typeface="方正兰亭刊黑_GBK" panose="02000000000000000000" charset="-122"/>
                <a:ea typeface="方正兰亭刊黑_GBK" panose="02000000000000000000" charset="-122"/>
                <a:cs typeface="方正兰亭刊黑_GBK" panose="02000000000000000000" charset="-122"/>
              </a:rPr>
              <a:t>周振 </a:t>
            </a:r>
            <a:endParaRPr lang="zh-CN" altLang="en-US" sz="1000" dirty="0">
              <a:solidFill>
                <a:schemeClr val="bg1"/>
              </a:solidFill>
              <a:latin typeface="方正兰亭刊黑_GBK" panose="02000000000000000000" charset="-122"/>
              <a:ea typeface="方正兰亭刊黑_GBK" panose="02000000000000000000" charset="-122"/>
              <a:cs typeface="方正兰亭刊黑_GBK" panose="02000000000000000000"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
            <a:ext cx="8820150" cy="4960938"/>
          </a:xfrm>
          <a:prstGeom prst="rect">
            <a:avLst/>
          </a:prstGeom>
          <a:blipFill rotWithShape="1">
            <a:blip r:embed="rId1"/>
            <a:stretch>
              <a:fillRect b="-5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31" name="文本框 40"/>
          <p:cNvSpPr txBox="1"/>
          <p:nvPr/>
        </p:nvSpPr>
        <p:spPr>
          <a:xfrm>
            <a:off x="466091" y="2067444"/>
            <a:ext cx="3261360" cy="434975"/>
          </a:xfrm>
          <a:prstGeom prst="rect">
            <a:avLst/>
          </a:prstGeom>
          <a:noFill/>
          <a:ln w="9525">
            <a:noFill/>
          </a:ln>
        </p:spPr>
        <p:txBody>
          <a:bodyPr wrap="square" lIns="66148" tIns="33074" rIns="66148" bIns="33074" anchor="t">
            <a:spAutoFit/>
          </a:bodyPr>
          <a:lstStyle/>
          <a:p>
            <a:pPr marL="285750" indent="-285750">
              <a:lnSpc>
                <a:spcPct val="150000"/>
              </a:lnSpc>
              <a:buFont typeface="Wingdings" panose="05000000000000000000" charset="0"/>
              <a:buChar char="u"/>
            </a:pPr>
            <a:r>
              <a:rPr lang="zh-CN" altLang="en-US" sz="1600" dirty="0">
                <a:solidFill>
                  <a:schemeClr val="bg1"/>
                </a:solidFill>
                <a:latin typeface="微软雅黑 Light" panose="020B0502040204020203" charset="-122"/>
                <a:ea typeface="微软雅黑 Light" panose="020B0502040204020203" charset="-122"/>
              </a:rPr>
              <a:t>前</a:t>
            </a:r>
            <a:r>
              <a:rPr lang="zh-CN" altLang="en-US" sz="1600" dirty="0">
                <a:solidFill>
                  <a:schemeClr val="bg1"/>
                </a:solidFill>
                <a:latin typeface="微软雅黑 Light" panose="020B0502040204020203" charset="-122"/>
                <a:ea typeface="微软雅黑 Light" panose="020B0502040204020203" charset="-122"/>
              </a:rPr>
              <a:t>言</a:t>
            </a:r>
            <a:endParaRPr lang="zh-CN" altLang="en-US" sz="1600" dirty="0">
              <a:solidFill>
                <a:schemeClr val="bg1"/>
              </a:solidFill>
              <a:latin typeface="微软雅黑 Light" panose="020B0502040204020203" charset="-122"/>
              <a:ea typeface="微软雅黑 Light" panose="020B0502040204020203" charset="-122"/>
            </a:endParaRPr>
          </a:p>
        </p:txBody>
      </p:sp>
      <p:sp>
        <p:nvSpPr>
          <p:cNvPr id="7" name="文本框 39"/>
          <p:cNvSpPr txBox="1"/>
          <p:nvPr/>
        </p:nvSpPr>
        <p:spPr>
          <a:xfrm>
            <a:off x="380365" y="678815"/>
            <a:ext cx="5522595" cy="1081405"/>
          </a:xfrm>
          <a:prstGeom prst="rect">
            <a:avLst/>
          </a:prstGeom>
          <a:noFill/>
          <a:ln w="9525">
            <a:noFill/>
          </a:ln>
        </p:spPr>
        <p:txBody>
          <a:bodyPr wrap="square" lIns="66148" tIns="33074" rIns="66148" bIns="33074" anchor="t">
            <a:spAutoFit/>
          </a:bodyPr>
          <a:lstStyle/>
          <a:p>
            <a:r>
              <a:rPr lang="en-US" altLang="zh-CN" sz="6600" b="1" dirty="0" smtClean="0">
                <a:solidFill>
                  <a:schemeClr val="bg1"/>
                </a:solidFill>
                <a:latin typeface="微软雅黑" panose="020B0503020204020204" pitchFamily="34" charset="-122"/>
                <a:ea typeface="微软雅黑" panose="020B0503020204020204" pitchFamily="34" charset="-122"/>
              </a:rPr>
              <a:t>CONTENT</a:t>
            </a:r>
            <a:endParaRPr lang="en-US" altLang="zh-CN" sz="6600" b="1" dirty="0" smtClean="0">
              <a:solidFill>
                <a:schemeClr val="bg1"/>
              </a:solidFill>
              <a:latin typeface="微软雅黑" panose="020B0503020204020204" pitchFamily="34" charset="-122"/>
              <a:ea typeface="微软雅黑" panose="020B0503020204020204" pitchFamily="34" charset="-122"/>
            </a:endParaRPr>
          </a:p>
        </p:txBody>
      </p:sp>
      <p:sp>
        <p:nvSpPr>
          <p:cNvPr id="4" name="文本框 40"/>
          <p:cNvSpPr txBox="1"/>
          <p:nvPr/>
        </p:nvSpPr>
        <p:spPr>
          <a:xfrm>
            <a:off x="466090" y="2712720"/>
            <a:ext cx="3763010" cy="434975"/>
          </a:xfrm>
          <a:prstGeom prst="rect">
            <a:avLst/>
          </a:prstGeom>
          <a:noFill/>
          <a:ln w="9525">
            <a:noFill/>
          </a:ln>
        </p:spPr>
        <p:txBody>
          <a:bodyPr wrap="square" lIns="66148" tIns="33074" rIns="66148" bIns="33074" anchor="t">
            <a:spAutoFit/>
          </a:bodyPr>
          <a:p>
            <a:pPr marL="285750" indent="-285750">
              <a:lnSpc>
                <a:spcPct val="150000"/>
              </a:lnSpc>
              <a:buFont typeface="Wingdings" panose="05000000000000000000" charset="0"/>
              <a:buChar char="u"/>
            </a:pPr>
            <a:r>
              <a:rPr lang="zh-CN" altLang="en-US" sz="1600" dirty="0">
                <a:solidFill>
                  <a:schemeClr val="bg1"/>
                </a:solidFill>
                <a:latin typeface="微软雅黑 Light" panose="020B0502040204020203" charset="-122"/>
                <a:ea typeface="微软雅黑 Light" panose="020B0502040204020203" charset="-122"/>
              </a:rPr>
              <a:t>裁剪技术（</a:t>
            </a:r>
            <a:r>
              <a:rPr lang="en-US" altLang="zh-CN" sz="1600" dirty="0">
                <a:solidFill>
                  <a:schemeClr val="bg1"/>
                </a:solidFill>
                <a:latin typeface="微软雅黑 Light" panose="020B0502040204020203" charset="-122"/>
                <a:ea typeface="微软雅黑 Light" panose="020B0502040204020203" charset="-122"/>
              </a:rPr>
              <a:t>Culling Techniques</a:t>
            </a:r>
            <a:r>
              <a:rPr lang="zh-CN" altLang="en-US" sz="1600" dirty="0">
                <a:solidFill>
                  <a:schemeClr val="bg1"/>
                </a:solidFill>
                <a:latin typeface="微软雅黑 Light" panose="020B0502040204020203" charset="-122"/>
                <a:ea typeface="微软雅黑 Light" panose="020B0502040204020203" charset="-122"/>
              </a:rPr>
              <a:t>）简介</a:t>
            </a:r>
            <a:endParaRPr lang="zh-CN" altLang="en-US" sz="1600" dirty="0">
              <a:solidFill>
                <a:schemeClr val="bg1"/>
              </a:solidFill>
              <a:latin typeface="微软雅黑 Light" panose="020B0502040204020203" charset="-122"/>
              <a:ea typeface="微软雅黑 Light" panose="020B0502040204020203" charset="-122"/>
            </a:endParaRPr>
          </a:p>
        </p:txBody>
      </p:sp>
      <p:sp>
        <p:nvSpPr>
          <p:cNvPr id="5" name="文本框 40"/>
          <p:cNvSpPr txBox="1"/>
          <p:nvPr/>
        </p:nvSpPr>
        <p:spPr>
          <a:xfrm>
            <a:off x="466091" y="3446664"/>
            <a:ext cx="3261360" cy="434975"/>
          </a:xfrm>
          <a:prstGeom prst="rect">
            <a:avLst/>
          </a:prstGeom>
          <a:noFill/>
          <a:ln w="9525">
            <a:noFill/>
          </a:ln>
        </p:spPr>
        <p:txBody>
          <a:bodyPr wrap="square" lIns="66148" tIns="33074" rIns="66148" bIns="33074" anchor="t">
            <a:spAutoFit/>
          </a:bodyPr>
          <a:p>
            <a:pPr marL="285750" indent="-285750">
              <a:lnSpc>
                <a:spcPct val="150000"/>
              </a:lnSpc>
              <a:buFont typeface="Wingdings" panose="05000000000000000000" charset="0"/>
              <a:buChar char="u"/>
            </a:pPr>
            <a:r>
              <a:rPr lang="zh-CN" altLang="en-US" sz="1600" dirty="0">
                <a:solidFill>
                  <a:schemeClr val="bg1"/>
                </a:solidFill>
                <a:latin typeface="微软雅黑 Light" panose="020B0502040204020203" charset="-122"/>
                <a:ea typeface="微软雅黑 Light" panose="020B0502040204020203" charset="-122"/>
              </a:rPr>
              <a:t>层次细节技术（</a:t>
            </a:r>
            <a:r>
              <a:rPr lang="en-US" altLang="zh-CN" sz="1600" dirty="0">
                <a:solidFill>
                  <a:schemeClr val="bg1"/>
                </a:solidFill>
                <a:latin typeface="微软雅黑 Light" panose="020B0502040204020203" charset="-122"/>
                <a:ea typeface="微软雅黑 Light" panose="020B0502040204020203" charset="-122"/>
              </a:rPr>
              <a:t>LOD</a:t>
            </a:r>
            <a:r>
              <a:rPr lang="zh-CN" altLang="en-US" sz="1600" dirty="0">
                <a:solidFill>
                  <a:schemeClr val="bg1"/>
                </a:solidFill>
                <a:latin typeface="微软雅黑 Light" panose="020B0502040204020203" charset="-122"/>
                <a:ea typeface="微软雅黑 Light" panose="020B0502040204020203" charset="-122"/>
              </a:rPr>
              <a:t>）简介</a:t>
            </a:r>
            <a:endParaRPr lang="zh-CN" altLang="en-US" sz="1600" dirty="0">
              <a:solidFill>
                <a:schemeClr val="bg1"/>
              </a:solidFill>
              <a:latin typeface="微软雅黑 Light" panose="020B0502040204020203" charset="-122"/>
              <a:ea typeface="微软雅黑 Light" panose="020B0502040204020203"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18" name="图片 17"/>
          <p:cNvPicPr>
            <a:picLocks noChangeAspect="1"/>
          </p:cNvPicPr>
          <p:nvPr/>
        </p:nvPicPr>
        <p:blipFill>
          <a:blip r:embed="rId2"/>
          <a:stretch>
            <a:fillRect/>
          </a:stretch>
        </p:blipFill>
        <p:spPr>
          <a:xfrm>
            <a:off x="7836658" y="4438373"/>
            <a:ext cx="704463" cy="260743"/>
          </a:xfrm>
          <a:prstGeom prst="rect">
            <a:avLst/>
          </a:prstGeom>
        </p:spPr>
      </p:pic>
      <p:sp>
        <p:nvSpPr>
          <p:cNvPr id="2" name="同心圆 1"/>
          <p:cNvSpPr/>
          <p:nvPr/>
        </p:nvSpPr>
        <p:spPr>
          <a:xfrm>
            <a:off x="5085080" y="1284605"/>
            <a:ext cx="2392045" cy="2392045"/>
          </a:xfrm>
          <a:prstGeom prst="donut">
            <a:avLst>
              <a:gd name="adj" fmla="val 3636"/>
            </a:avLst>
          </a:prstGeom>
          <a:solidFill>
            <a:srgbClr val="FCFC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8" name="矩形 7"/>
          <p:cNvSpPr/>
          <p:nvPr/>
        </p:nvSpPr>
        <p:spPr>
          <a:xfrm>
            <a:off x="6305550" y="1948180"/>
            <a:ext cx="2308225" cy="1063625"/>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文本框 8"/>
          <p:cNvSpPr txBox="1"/>
          <p:nvPr/>
        </p:nvSpPr>
        <p:spPr>
          <a:xfrm>
            <a:off x="5530215" y="2126615"/>
            <a:ext cx="1673225" cy="706755"/>
          </a:xfrm>
          <a:prstGeom prst="rect">
            <a:avLst/>
          </a:prstGeom>
          <a:noFill/>
        </p:spPr>
        <p:txBody>
          <a:bodyPr wrap="none" rtlCol="0" anchor="t">
            <a:spAutoFit/>
          </a:bodyPr>
          <a:p>
            <a:r>
              <a:rPr lang="en-US" altLang="zh-CN" sz="4000" dirty="0">
                <a:solidFill>
                  <a:schemeClr val="bg1"/>
                </a:solidFill>
                <a:latin typeface="方正兰亭大黑简体" panose="02000000000000000000" charset="-122"/>
                <a:ea typeface="方正兰亭大黑简体" panose="02000000000000000000" charset="-122"/>
                <a:sym typeface="+mn-ea"/>
              </a:rPr>
              <a:t>1.</a:t>
            </a:r>
            <a:r>
              <a:rPr lang="zh-CN" altLang="en-US" sz="4000" dirty="0">
                <a:solidFill>
                  <a:schemeClr val="bg1"/>
                </a:solidFill>
                <a:latin typeface="方正兰亭大黑简体" panose="02000000000000000000" charset="-122"/>
                <a:ea typeface="方正兰亭大黑简体" panose="02000000000000000000" charset="-122"/>
                <a:sym typeface="+mn-ea"/>
              </a:rPr>
              <a:t>前言</a:t>
            </a:r>
            <a:endParaRPr lang="zh-CN" altLang="en-US" sz="4000" dirty="0">
              <a:solidFill>
                <a:schemeClr val="bg1"/>
              </a:solidFill>
              <a:latin typeface="方正兰亭大黑简体" panose="02000000000000000000" charset="-122"/>
              <a:ea typeface="方正兰亭大黑简体" panose="02000000000000000000" charset="-122"/>
              <a:sym typeface="+mn-ea"/>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9" name="矩形 8"/>
          <p:cNvSpPr/>
          <p:nvPr/>
        </p:nvSpPr>
        <p:spPr>
          <a:xfrm>
            <a:off x="-13970" y="-34290"/>
            <a:ext cx="8840470" cy="4999990"/>
          </a:xfrm>
          <a:prstGeom prst="rect">
            <a:avLst/>
          </a:prstGeom>
          <a:solidFill>
            <a:srgbClr val="000000">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 name="文本框 4"/>
          <p:cNvSpPr txBox="1"/>
          <p:nvPr/>
        </p:nvSpPr>
        <p:spPr>
          <a:xfrm>
            <a:off x="492125" y="1234440"/>
            <a:ext cx="7835900" cy="2491740"/>
          </a:xfrm>
          <a:prstGeom prst="rect">
            <a:avLst/>
          </a:prstGeom>
          <a:noFill/>
        </p:spPr>
        <p:txBody>
          <a:bodyPr wrap="none" rtlCol="0">
            <a:spAutoFit/>
          </a:bodyPr>
          <a:p>
            <a:pPr indent="330200" algn="l" fontAlgn="auto">
              <a:lnSpc>
                <a:spcPct val="150000"/>
              </a:lnSpc>
              <a:extLst>
                <a:ext uri="{35155182-B16C-46BC-9424-99874614C6A1}">
                  <wpsdc:indentchars xmlns:wpsdc="http://www.wps.cn/officeDocument/2017/drawingmlCustomData" val="200" checksum="494115457"/>
                </a:ext>
              </a:extLst>
            </a:pPr>
            <a:r>
              <a:rPr lang="en-US" altLang="zh-CN">
                <a:solidFill>
                  <a:schemeClr val="bg1"/>
                </a:solidFill>
                <a:latin typeface="微软雅黑" panose="020B0503020204020204" pitchFamily="34" charset="-122"/>
                <a:ea typeface="微软雅黑" panose="020B0503020204020204" pitchFamily="34" charset="-122"/>
              </a:rPr>
              <a:t>       </a:t>
            </a:r>
            <a:r>
              <a:rPr lang="zh-CN" altLang="en-US">
                <a:solidFill>
                  <a:schemeClr val="bg1"/>
                </a:solidFill>
                <a:latin typeface="微软雅黑" panose="020B0503020204020204" pitchFamily="34" charset="-122"/>
                <a:ea typeface="微软雅黑" panose="020B0503020204020204" pitchFamily="34" charset="-122"/>
              </a:rPr>
              <a:t>当前时代的游戏无论是主机，</a:t>
            </a:r>
            <a:r>
              <a:rPr lang="en-US" altLang="zh-CN">
                <a:solidFill>
                  <a:schemeClr val="bg1"/>
                </a:solidFill>
                <a:latin typeface="微软雅黑" panose="020B0503020204020204" pitchFamily="34" charset="-122"/>
                <a:ea typeface="微软雅黑" panose="020B0503020204020204" pitchFamily="34" charset="-122"/>
              </a:rPr>
              <a:t>PC</a:t>
            </a:r>
            <a:r>
              <a:rPr lang="zh-CN" altLang="en-US">
                <a:solidFill>
                  <a:schemeClr val="bg1"/>
                </a:solidFill>
                <a:latin typeface="微软雅黑" panose="020B0503020204020204" pitchFamily="34" charset="-122"/>
                <a:ea typeface="微软雅黑" panose="020B0503020204020204" pitchFamily="34" charset="-122"/>
              </a:rPr>
              <a:t>亦或者是手机游戏的发展，无疑都会向高面数，复杂材质，大量</a:t>
            </a:r>
            <a:endParaRPr lang="zh-CN" altLang="en-US">
              <a:solidFill>
                <a:schemeClr val="bg1"/>
              </a:solidFill>
              <a:latin typeface="微软雅黑" panose="020B0503020204020204" pitchFamily="34" charset="-122"/>
              <a:ea typeface="微软雅黑" panose="020B0503020204020204" pitchFamily="34" charset="-122"/>
            </a:endParaRPr>
          </a:p>
          <a:p>
            <a:pPr indent="330200" algn="l" fontAlgn="auto">
              <a:lnSpc>
                <a:spcPct val="150000"/>
              </a:lnSpc>
              <a:extLst>
                <a:ext uri="{35155182-B16C-46BC-9424-99874614C6A1}">
                  <wpsdc:indentchars xmlns:wpsdc="http://www.wps.cn/officeDocument/2017/drawingmlCustomData" val="200" checksum="494115457"/>
                </a:ext>
              </a:extLst>
            </a:pPr>
            <a:r>
              <a:rPr lang="zh-CN" altLang="en-US">
                <a:solidFill>
                  <a:schemeClr val="bg1"/>
                </a:solidFill>
                <a:latin typeface="微软雅黑" panose="020B0503020204020204" pitchFamily="34" charset="-122"/>
                <a:ea typeface="微软雅黑" panose="020B0503020204020204" pitchFamily="34" charset="-122"/>
              </a:rPr>
              <a:t>后处理，以及真实且物理的光照效果靠近。而这些目标则要求我们需要不断的去优化现有的算法，进</a:t>
            </a:r>
            <a:endParaRPr lang="zh-CN" altLang="en-US">
              <a:solidFill>
                <a:schemeClr val="bg1"/>
              </a:solidFill>
              <a:latin typeface="微软雅黑" panose="020B0503020204020204" pitchFamily="34" charset="-122"/>
              <a:ea typeface="微软雅黑" panose="020B0503020204020204" pitchFamily="34" charset="-122"/>
            </a:endParaRPr>
          </a:p>
          <a:p>
            <a:pPr indent="330200" algn="l" fontAlgn="auto">
              <a:lnSpc>
                <a:spcPct val="150000"/>
              </a:lnSpc>
              <a:extLst>
                <a:ext uri="{35155182-B16C-46BC-9424-99874614C6A1}">
                  <wpsdc:indentchars xmlns:wpsdc="http://www.wps.cn/officeDocument/2017/drawingmlCustomData" val="200" checksum="494115457"/>
                </a:ext>
              </a:extLst>
            </a:pPr>
            <a:r>
              <a:rPr lang="zh-CN" altLang="en-US">
                <a:solidFill>
                  <a:schemeClr val="bg1"/>
                </a:solidFill>
                <a:latin typeface="微软雅黑" panose="020B0503020204020204" pitchFamily="34" charset="-122"/>
                <a:ea typeface="微软雅黑" panose="020B0503020204020204" pitchFamily="34" charset="-122"/>
              </a:rPr>
              <a:t>行技术革新以及硬件升级。其中，加速渲染相关的算法是实现这些目标重要的一环。</a:t>
            </a:r>
            <a:endParaRPr lang="zh-CN" altLang="en-US">
              <a:solidFill>
                <a:schemeClr val="bg1"/>
              </a:solidFill>
              <a:latin typeface="微软雅黑" panose="020B0503020204020204" pitchFamily="34" charset="-122"/>
              <a:ea typeface="微软雅黑" panose="020B0503020204020204" pitchFamily="34" charset="-122"/>
            </a:endParaRPr>
          </a:p>
          <a:p>
            <a:pPr indent="330200" algn="l" fontAlgn="auto">
              <a:lnSpc>
                <a:spcPct val="150000"/>
              </a:lnSpc>
              <a:extLst>
                <a:ext uri="{35155182-B16C-46BC-9424-99874614C6A1}">
                  <wpsdc:indentchars xmlns:wpsdc="http://www.wps.cn/officeDocument/2017/drawingmlCustomData" val="200" checksum="494115457"/>
                </a:ext>
              </a:extLst>
            </a:pPr>
            <a:r>
              <a:rPr lang="en-US" altLang="zh-CN">
                <a:solidFill>
                  <a:schemeClr val="bg1"/>
                </a:solidFill>
                <a:latin typeface="微软雅黑" panose="020B0503020204020204" pitchFamily="34" charset="-122"/>
                <a:ea typeface="微软雅黑" panose="020B0503020204020204" pitchFamily="34" charset="-122"/>
              </a:rPr>
              <a:t>	</a:t>
            </a:r>
            <a:r>
              <a:rPr lang="zh-CN" altLang="en-US">
                <a:solidFill>
                  <a:schemeClr val="bg1"/>
                </a:solidFill>
                <a:latin typeface="微软雅黑" panose="020B0503020204020204" pitchFamily="34" charset="-122"/>
                <a:ea typeface="微软雅黑" panose="020B0503020204020204" pitchFamily="34" charset="-122"/>
              </a:rPr>
              <a:t>这次分享，我将通过自身的了解给大家介绍一些游戏中常用的对渲染进行加速的算法，尤其是</a:t>
            </a:r>
            <a:endParaRPr lang="zh-CN" altLang="en-US">
              <a:solidFill>
                <a:schemeClr val="bg1"/>
              </a:solidFill>
              <a:latin typeface="微软雅黑" panose="020B0503020204020204" pitchFamily="34" charset="-122"/>
              <a:ea typeface="微软雅黑" panose="020B0503020204020204" pitchFamily="34" charset="-122"/>
            </a:endParaRPr>
          </a:p>
          <a:p>
            <a:pPr indent="330200" algn="l" fontAlgn="auto">
              <a:lnSpc>
                <a:spcPct val="150000"/>
              </a:lnSpc>
              <a:extLst>
                <a:ext uri="{35155182-B16C-46BC-9424-99874614C6A1}">
                  <wpsdc:indentchars xmlns:wpsdc="http://www.wps.cn/officeDocument/2017/drawingmlCustomData" val="200" checksum="494115457"/>
                </a:ext>
              </a:extLst>
            </a:pPr>
            <a:r>
              <a:rPr lang="zh-CN" altLang="en-US">
                <a:solidFill>
                  <a:schemeClr val="bg1"/>
                </a:solidFill>
                <a:latin typeface="微软雅黑" panose="020B0503020204020204" pitchFamily="34" charset="-122"/>
                <a:ea typeface="微软雅黑" panose="020B0503020204020204" pitchFamily="34" charset="-122"/>
              </a:rPr>
              <a:t>对大量几何体的复杂场景，主要分为以下几个方面：</a:t>
            </a:r>
            <a:endParaRPr lang="zh-CN" altLang="en-US">
              <a:solidFill>
                <a:schemeClr val="bg1"/>
              </a:solidFill>
              <a:latin typeface="微软雅黑" panose="020B0503020204020204" pitchFamily="34" charset="-122"/>
              <a:ea typeface="微软雅黑" panose="020B0503020204020204" pitchFamily="34" charset="-122"/>
            </a:endParaRPr>
          </a:p>
          <a:p>
            <a:pPr indent="330200" algn="l" fontAlgn="auto">
              <a:lnSpc>
                <a:spcPct val="150000"/>
              </a:lnSpc>
              <a:extLst>
                <a:ext uri="{35155182-B16C-46BC-9424-99874614C6A1}">
                  <wpsdc:indentchars xmlns:wpsdc="http://www.wps.cn/officeDocument/2017/drawingmlCustomData" val="200" checksum="494115457"/>
                </a:ext>
              </a:extLst>
            </a:pPr>
            <a:r>
              <a:rPr lang="en-US" altLang="zh-CN">
                <a:solidFill>
                  <a:schemeClr val="bg1"/>
                </a:solidFill>
                <a:latin typeface="微软雅黑" panose="020B0503020204020204" pitchFamily="34" charset="-122"/>
                <a:ea typeface="微软雅黑" panose="020B0503020204020204" pitchFamily="34" charset="-122"/>
              </a:rPr>
              <a:t>	1.空间数据结构（Spatial Data Structures）</a:t>
            </a:r>
            <a:endParaRPr lang="en-US" altLang="zh-CN">
              <a:solidFill>
                <a:schemeClr val="bg1"/>
              </a:solidFill>
              <a:latin typeface="微软雅黑" panose="020B0503020204020204" pitchFamily="34" charset="-122"/>
              <a:ea typeface="微软雅黑" panose="020B0503020204020204" pitchFamily="34" charset="-122"/>
            </a:endParaRPr>
          </a:p>
          <a:p>
            <a:pPr indent="330200" algn="l" fontAlgn="auto">
              <a:lnSpc>
                <a:spcPct val="150000"/>
              </a:lnSpc>
              <a:extLst>
                <a:ext uri="{35155182-B16C-46BC-9424-99874614C6A1}">
                  <wpsdc:indentchars xmlns:wpsdc="http://www.wps.cn/officeDocument/2017/drawingmlCustomData" val="200" checksum="494115457"/>
                </a:ext>
              </a:extLst>
            </a:pPr>
            <a:r>
              <a:rPr lang="en-US" altLang="zh-CN">
                <a:solidFill>
                  <a:schemeClr val="bg1"/>
                </a:solidFill>
                <a:latin typeface="微软雅黑" panose="020B0503020204020204" pitchFamily="34" charset="-122"/>
                <a:ea typeface="微软雅黑" panose="020B0503020204020204" pitchFamily="34" charset="-122"/>
              </a:rPr>
              <a:t>	2.</a:t>
            </a:r>
            <a:r>
              <a:rPr lang="zh-CN" altLang="en-US">
                <a:solidFill>
                  <a:schemeClr val="bg1"/>
                </a:solidFill>
                <a:latin typeface="微软雅黑" panose="020B0503020204020204" pitchFamily="34" charset="-122"/>
                <a:ea typeface="微软雅黑" panose="020B0503020204020204" pitchFamily="34" charset="-122"/>
              </a:rPr>
              <a:t>裁剪技术（Culling Techniques）</a:t>
            </a:r>
            <a:br>
              <a:rPr lang="zh-CN" altLang="en-US">
                <a:solidFill>
                  <a:schemeClr val="bg1"/>
                </a:solidFill>
                <a:latin typeface="微软雅黑" panose="020B0503020204020204" pitchFamily="34" charset="-122"/>
                <a:ea typeface="微软雅黑" panose="020B0503020204020204" pitchFamily="34" charset="-122"/>
              </a:rPr>
            </a:br>
            <a:r>
              <a:rPr lang="en-US" altLang="zh-CN">
                <a:solidFill>
                  <a:schemeClr val="bg1"/>
                </a:solidFill>
                <a:latin typeface="微软雅黑" panose="020B0503020204020204" pitchFamily="34" charset="-122"/>
                <a:ea typeface="微软雅黑" panose="020B0503020204020204" pitchFamily="34" charset="-122"/>
              </a:rPr>
              <a:t>	3.</a:t>
            </a:r>
            <a:r>
              <a:rPr lang="zh-CN" altLang="en-US">
                <a:solidFill>
                  <a:schemeClr val="bg1"/>
                </a:solidFill>
                <a:latin typeface="微软雅黑" panose="020B0503020204020204" pitchFamily="34" charset="-122"/>
                <a:ea typeface="微软雅黑" panose="020B0503020204020204" pitchFamily="34" charset="-122"/>
              </a:rPr>
              <a:t>层次细节技术（LOD，Level of Detail）</a:t>
            </a:r>
            <a:endParaRPr lang="zh-CN" altLang="en-US">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18" name="图片 17"/>
          <p:cNvPicPr>
            <a:picLocks noChangeAspect="1"/>
          </p:cNvPicPr>
          <p:nvPr/>
        </p:nvPicPr>
        <p:blipFill>
          <a:blip r:embed="rId2"/>
          <a:stretch>
            <a:fillRect/>
          </a:stretch>
        </p:blipFill>
        <p:spPr>
          <a:xfrm>
            <a:off x="7836658" y="4438373"/>
            <a:ext cx="704463" cy="260743"/>
          </a:xfrm>
          <a:prstGeom prst="rect">
            <a:avLst/>
          </a:prstGeom>
        </p:spPr>
      </p:pic>
      <p:sp>
        <p:nvSpPr>
          <p:cNvPr id="2" name="同心圆 1"/>
          <p:cNvSpPr/>
          <p:nvPr/>
        </p:nvSpPr>
        <p:spPr>
          <a:xfrm>
            <a:off x="5085080" y="1284605"/>
            <a:ext cx="2392045" cy="2392045"/>
          </a:xfrm>
          <a:prstGeom prst="donut">
            <a:avLst>
              <a:gd name="adj" fmla="val 3636"/>
            </a:avLst>
          </a:prstGeom>
          <a:solidFill>
            <a:srgbClr val="FCFC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8" name="矩形 7"/>
          <p:cNvSpPr/>
          <p:nvPr/>
        </p:nvSpPr>
        <p:spPr>
          <a:xfrm>
            <a:off x="6305550" y="1948180"/>
            <a:ext cx="2308225" cy="1063625"/>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文本框 8"/>
          <p:cNvSpPr txBox="1"/>
          <p:nvPr/>
        </p:nvSpPr>
        <p:spPr>
          <a:xfrm>
            <a:off x="5530215" y="2126615"/>
            <a:ext cx="2754630" cy="706755"/>
          </a:xfrm>
          <a:prstGeom prst="rect">
            <a:avLst/>
          </a:prstGeom>
          <a:noFill/>
        </p:spPr>
        <p:txBody>
          <a:bodyPr wrap="none" rtlCol="0" anchor="t">
            <a:spAutoFit/>
          </a:bodyPr>
          <a:p>
            <a:r>
              <a:rPr lang="en-US" sz="4000" dirty="0">
                <a:solidFill>
                  <a:schemeClr val="bg1"/>
                </a:solidFill>
                <a:latin typeface="方正兰亭大黑简体" panose="02000000000000000000" charset="-122"/>
                <a:ea typeface="方正兰亭大黑简体" panose="02000000000000000000" charset="-122"/>
                <a:sym typeface="+mn-ea"/>
              </a:rPr>
              <a:t>2.</a:t>
            </a:r>
            <a:r>
              <a:rPr lang="zh-CN" altLang="en-US" sz="4000" dirty="0">
                <a:solidFill>
                  <a:schemeClr val="bg1"/>
                </a:solidFill>
                <a:latin typeface="方正兰亭大黑简体" panose="02000000000000000000" charset="-122"/>
                <a:ea typeface="方正兰亭大黑简体" panose="02000000000000000000" charset="-122"/>
                <a:sym typeface="+mn-ea"/>
              </a:rPr>
              <a:t>裁剪技术</a:t>
            </a:r>
            <a:endParaRPr lang="zh-CN" altLang="en-US" sz="4000" dirty="0">
              <a:solidFill>
                <a:schemeClr val="bg1"/>
              </a:solidFill>
              <a:latin typeface="方正兰亭大黑简体" panose="02000000000000000000" charset="-122"/>
              <a:ea typeface="方正兰亭大黑简体" panose="02000000000000000000" charset="-122"/>
              <a:sym typeface="+mn-ea"/>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16510" y="-10795"/>
            <a:ext cx="8853805" cy="4982845"/>
          </a:xfrm>
          <a:prstGeom prst="rect">
            <a:avLst/>
          </a:prstGeom>
          <a:solidFill>
            <a:srgbClr val="00000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6" name="图片 5" descr="3d526a76f826sc"/>
          <p:cNvPicPr>
            <a:picLocks noChangeAspect="1"/>
          </p:cNvPicPr>
          <p:nvPr/>
        </p:nvPicPr>
        <p:blipFill>
          <a:blip r:embed="rId2"/>
          <a:srcRect t="23709" r="25658" b="16788"/>
          <a:stretch>
            <a:fillRect/>
          </a:stretch>
        </p:blipFill>
        <p:spPr>
          <a:xfrm>
            <a:off x="2809240" y="588645"/>
            <a:ext cx="3216910" cy="1931670"/>
          </a:xfrm>
          <a:prstGeom prst="rect">
            <a:avLst/>
          </a:prstGeom>
          <a:effectLst>
            <a:outerShdw blurRad="50800" dist="38100" dir="2700000" algn="tl" rotWithShape="0">
              <a:prstClr val="black">
                <a:alpha val="40000"/>
              </a:prstClr>
            </a:outerShdw>
          </a:effectLst>
        </p:spPr>
      </p:pic>
      <p:pic>
        <p:nvPicPr>
          <p:cNvPr id="3" name="图片 2" descr="0000268597"/>
          <p:cNvPicPr>
            <a:picLocks noChangeAspect="1"/>
          </p:cNvPicPr>
          <p:nvPr/>
        </p:nvPicPr>
        <p:blipFill>
          <a:blip r:embed="rId3"/>
          <a:stretch>
            <a:fillRect/>
          </a:stretch>
        </p:blipFill>
        <p:spPr>
          <a:xfrm>
            <a:off x="2809240" y="2680970"/>
            <a:ext cx="3216910" cy="2009140"/>
          </a:xfrm>
          <a:prstGeom prst="rect">
            <a:avLst/>
          </a:prstGeom>
          <a:effectLst>
            <a:outerShdw blurRad="50800" dist="38100" dir="2700000" algn="tl" rotWithShape="0">
              <a:prstClr val="black">
                <a:alpha val="40000"/>
              </a:prstClr>
            </a:outerShdw>
          </a:effectLst>
        </p:spPr>
      </p:pic>
      <p:pic>
        <p:nvPicPr>
          <p:cNvPr id="4" name="图片 3" descr="x3terranconflict_11a"/>
          <p:cNvPicPr>
            <a:picLocks noChangeAspect="1"/>
          </p:cNvPicPr>
          <p:nvPr/>
        </p:nvPicPr>
        <p:blipFill>
          <a:blip r:embed="rId4"/>
          <a:srcRect l="11159" r="15590" b="8782"/>
          <a:stretch>
            <a:fillRect/>
          </a:stretch>
        </p:blipFill>
        <p:spPr>
          <a:xfrm>
            <a:off x="6190615" y="589280"/>
            <a:ext cx="2381885" cy="1931035"/>
          </a:xfrm>
          <a:prstGeom prst="rect">
            <a:avLst/>
          </a:prstGeom>
          <a:effectLst>
            <a:outerShdw blurRad="50800" dist="38100" dir="2700000" algn="tl" rotWithShape="0">
              <a:prstClr val="black">
                <a:alpha val="40000"/>
              </a:prstClr>
            </a:outerShdw>
          </a:effectLst>
        </p:spPr>
      </p:pic>
      <p:pic>
        <p:nvPicPr>
          <p:cNvPr id="5" name="图片 4" descr="935713_x3-terran-conflict-wallpapers_1920x1080_h"/>
          <p:cNvPicPr>
            <a:picLocks noChangeAspect="1"/>
          </p:cNvPicPr>
          <p:nvPr/>
        </p:nvPicPr>
        <p:blipFill>
          <a:blip r:embed="rId5"/>
          <a:srcRect l="12412" t="3355" r="25894" b="2672"/>
          <a:stretch>
            <a:fillRect/>
          </a:stretch>
        </p:blipFill>
        <p:spPr>
          <a:xfrm>
            <a:off x="6190615" y="2680970"/>
            <a:ext cx="2382520" cy="2009775"/>
          </a:xfrm>
          <a:prstGeom prst="rect">
            <a:avLst/>
          </a:prstGeom>
          <a:effectLst>
            <a:outerShdw blurRad="50800" dist="38100" dir="2700000" algn="tl" rotWithShape="0">
              <a:prstClr val="black">
                <a:alpha val="40000"/>
              </a:prstClr>
            </a:outerShdw>
          </a:effectLst>
        </p:spPr>
      </p:pic>
      <p:sp>
        <p:nvSpPr>
          <p:cNvPr id="8" name="文本框 7"/>
          <p:cNvSpPr txBox="1"/>
          <p:nvPr/>
        </p:nvSpPr>
        <p:spPr>
          <a:xfrm>
            <a:off x="147955" y="588645"/>
            <a:ext cx="2494280" cy="1370965"/>
          </a:xfrm>
          <a:prstGeom prst="rect">
            <a:avLst/>
          </a:prstGeom>
          <a:noFill/>
        </p:spPr>
        <p:txBody>
          <a:bodyPr wrap="square" rtlCol="0">
            <a:spAutoFit/>
          </a:bodyPr>
          <a:p>
            <a:pPr>
              <a:lnSpc>
                <a:spcPct val="160000"/>
              </a:lnSpc>
            </a:pPr>
            <a:r>
              <a:rPr lang="zh-CN" altLang="zh-CN">
                <a:solidFill>
                  <a:schemeClr val="bg1"/>
                </a:solidFill>
                <a:latin typeface="微软雅黑" panose="020B0503020204020204" pitchFamily="34" charset="-122"/>
                <a:ea typeface="微软雅黑" panose="020B0503020204020204" pitchFamily="34" charset="-122"/>
              </a:rPr>
              <a:t>太空题材类的游戏涉及到的材质</a:t>
            </a:r>
            <a:endParaRPr lang="zh-CN" altLang="zh-CN">
              <a:solidFill>
                <a:schemeClr val="bg1"/>
              </a:solidFill>
              <a:latin typeface="微软雅黑" panose="020B0503020204020204" pitchFamily="34" charset="-122"/>
              <a:ea typeface="微软雅黑" panose="020B0503020204020204" pitchFamily="34" charset="-122"/>
            </a:endParaRPr>
          </a:p>
          <a:p>
            <a:pPr>
              <a:lnSpc>
                <a:spcPct val="160000"/>
              </a:lnSpc>
            </a:pPr>
            <a:r>
              <a:rPr lang="zh-CN" altLang="zh-CN">
                <a:solidFill>
                  <a:schemeClr val="bg1"/>
                </a:solidFill>
                <a:latin typeface="微软雅黑" panose="020B0503020204020204" pitchFamily="34" charset="-122"/>
                <a:ea typeface="微软雅黑" panose="020B0503020204020204" pitchFamily="34" charset="-122"/>
              </a:rPr>
              <a:t>类型并不多，主要即是星舰船体</a:t>
            </a:r>
            <a:endParaRPr lang="zh-CN" altLang="zh-CN">
              <a:solidFill>
                <a:schemeClr val="bg1"/>
              </a:solidFill>
              <a:latin typeface="微软雅黑" panose="020B0503020204020204" pitchFamily="34" charset="-122"/>
              <a:ea typeface="微软雅黑" panose="020B0503020204020204" pitchFamily="34" charset="-122"/>
            </a:endParaRPr>
          </a:p>
          <a:p>
            <a:pPr>
              <a:lnSpc>
                <a:spcPct val="160000"/>
              </a:lnSpc>
            </a:pPr>
            <a:r>
              <a:rPr lang="zh-CN" altLang="zh-CN">
                <a:solidFill>
                  <a:schemeClr val="bg1"/>
                </a:solidFill>
                <a:latin typeface="微软雅黑" panose="020B0503020204020204" pitchFamily="34" charset="-122"/>
                <a:ea typeface="微软雅黑" panose="020B0503020204020204" pitchFamily="34" charset="-122"/>
              </a:rPr>
              <a:t>的金属材质，星球和陨石等材质的表现</a:t>
            </a:r>
            <a:endParaRPr lang="zh-CN" altLang="zh-CN">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5715" y="-26670"/>
            <a:ext cx="8847455" cy="5013960"/>
          </a:xfrm>
          <a:prstGeom prst="rect">
            <a:avLst/>
          </a:prstGeom>
          <a:solidFill>
            <a:srgbClr val="00000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6" name="图片 5" descr="3d526a76f826sc"/>
          <p:cNvPicPr>
            <a:picLocks noChangeAspect="1"/>
          </p:cNvPicPr>
          <p:nvPr/>
        </p:nvPicPr>
        <p:blipFill>
          <a:blip r:embed="rId2"/>
          <a:srcRect t="23709" r="25658" b="16788"/>
          <a:stretch>
            <a:fillRect/>
          </a:stretch>
        </p:blipFill>
        <p:spPr>
          <a:xfrm>
            <a:off x="2809240" y="588645"/>
            <a:ext cx="3216910" cy="1931670"/>
          </a:xfrm>
          <a:prstGeom prst="rect">
            <a:avLst/>
          </a:prstGeom>
          <a:effectLst>
            <a:outerShdw blurRad="50800" dist="38100" dir="2700000" algn="tl" rotWithShape="0">
              <a:prstClr val="black">
                <a:alpha val="40000"/>
              </a:prstClr>
            </a:outerShdw>
          </a:effectLst>
        </p:spPr>
      </p:pic>
      <p:pic>
        <p:nvPicPr>
          <p:cNvPr id="10" name="图片 9" descr="ee52c340e5146sc"/>
          <p:cNvPicPr>
            <a:picLocks noChangeAspect="1"/>
          </p:cNvPicPr>
          <p:nvPr/>
        </p:nvPicPr>
        <p:blipFill>
          <a:blip r:embed="rId3"/>
          <a:srcRect l="493" t="23500" r="30797" b="4385"/>
          <a:stretch>
            <a:fillRect/>
          </a:stretch>
        </p:blipFill>
        <p:spPr>
          <a:xfrm>
            <a:off x="6190615" y="2680335"/>
            <a:ext cx="2421255" cy="1906270"/>
          </a:xfrm>
          <a:prstGeom prst="rect">
            <a:avLst/>
          </a:prstGeom>
          <a:effectLst>
            <a:outerShdw blurRad="50800" dist="38100" dir="2700000" algn="tl" rotWithShape="0">
              <a:prstClr val="black">
                <a:alpha val="40000"/>
              </a:prstClr>
            </a:outerShdw>
          </a:effectLst>
        </p:spPr>
      </p:pic>
      <p:pic>
        <p:nvPicPr>
          <p:cNvPr id="5" name="图片 4" descr="ss_sh_usc_m6"/>
          <p:cNvPicPr>
            <a:picLocks noChangeAspect="1"/>
          </p:cNvPicPr>
          <p:nvPr/>
        </p:nvPicPr>
        <p:blipFill>
          <a:blip r:embed="rId4"/>
          <a:srcRect l="27410" t="23887" r="145" b="2549"/>
          <a:stretch>
            <a:fillRect/>
          </a:stretch>
        </p:blipFill>
        <p:spPr>
          <a:xfrm>
            <a:off x="6190615" y="565785"/>
            <a:ext cx="2434590" cy="1977390"/>
          </a:xfrm>
          <a:prstGeom prst="rect">
            <a:avLst/>
          </a:prstGeom>
          <a:effectLst>
            <a:outerShdw blurRad="50800" dist="38100" dir="2700000" algn="tl" rotWithShape="0">
              <a:prstClr val="black">
                <a:alpha val="40000"/>
              </a:prstClr>
            </a:outerShdw>
          </a:effectLst>
        </p:spPr>
      </p:pic>
      <p:pic>
        <p:nvPicPr>
          <p:cNvPr id="7" name="图片 6" descr="0a8bdd1dcc137sc"/>
          <p:cNvPicPr>
            <a:picLocks noChangeAspect="1"/>
          </p:cNvPicPr>
          <p:nvPr/>
        </p:nvPicPr>
        <p:blipFill>
          <a:blip r:embed="rId5"/>
          <a:srcRect l="2494" t="19475" r="15946" b="17190"/>
          <a:stretch>
            <a:fillRect/>
          </a:stretch>
        </p:blipFill>
        <p:spPr>
          <a:xfrm>
            <a:off x="2809875" y="2680970"/>
            <a:ext cx="3216910" cy="1905635"/>
          </a:xfrm>
          <a:prstGeom prst="rect">
            <a:avLst/>
          </a:prstGeom>
          <a:effectLst>
            <a:outerShdw blurRad="50800" dist="38100" dir="2700000" algn="tl" rotWithShape="0">
              <a:prstClr val="black">
                <a:alpha val="40000"/>
              </a:prstClr>
            </a:outerShdw>
          </a:effectLst>
        </p:spPr>
      </p:pic>
      <p:sp>
        <p:nvSpPr>
          <p:cNvPr id="8" name="文本框 7"/>
          <p:cNvSpPr txBox="1"/>
          <p:nvPr/>
        </p:nvSpPr>
        <p:spPr>
          <a:xfrm>
            <a:off x="147955" y="588645"/>
            <a:ext cx="2494280" cy="1691005"/>
          </a:xfrm>
          <a:prstGeom prst="rect">
            <a:avLst/>
          </a:prstGeom>
          <a:noFill/>
        </p:spPr>
        <p:txBody>
          <a:bodyPr wrap="square" rtlCol="0">
            <a:spAutoFit/>
          </a:bodyPr>
          <a:p>
            <a:pPr>
              <a:lnSpc>
                <a:spcPct val="160000"/>
              </a:lnSpc>
            </a:pPr>
            <a:r>
              <a:rPr lang="zh-CN" altLang="en-US">
                <a:solidFill>
                  <a:schemeClr val="bg1"/>
                </a:solidFill>
                <a:latin typeface="微软雅黑" panose="020B0503020204020204" pitchFamily="34" charset="-122"/>
                <a:ea typeface="微软雅黑" panose="020B0503020204020204" pitchFamily="34" charset="-122"/>
              </a:rPr>
              <a:t>金属材质是太空题材类游戏最重要的材质</a:t>
            </a:r>
            <a:r>
              <a:rPr lang="en-US" altLang="zh-CN">
                <a:solidFill>
                  <a:schemeClr val="bg1"/>
                </a:solidFill>
                <a:latin typeface="微软雅黑" panose="020B0503020204020204" pitchFamily="34" charset="-122"/>
                <a:ea typeface="微软雅黑" panose="020B0503020204020204" pitchFamily="34" charset="-122"/>
              </a:rPr>
              <a:t>.</a:t>
            </a:r>
            <a:endParaRPr lang="zh-CN" altLang="en-US">
              <a:solidFill>
                <a:schemeClr val="bg1"/>
              </a:solidFill>
              <a:latin typeface="微软雅黑" panose="020B0503020204020204" pitchFamily="34" charset="-122"/>
              <a:ea typeface="微软雅黑" panose="020B0503020204020204" pitchFamily="34" charset="-122"/>
            </a:endParaRPr>
          </a:p>
          <a:p>
            <a:pPr>
              <a:lnSpc>
                <a:spcPct val="160000"/>
              </a:lnSpc>
            </a:pPr>
            <a:r>
              <a:rPr lang="zh-CN" altLang="en-US">
                <a:solidFill>
                  <a:schemeClr val="bg1"/>
                </a:solidFill>
                <a:latin typeface="微软雅黑" panose="020B0503020204020204" pitchFamily="34" charset="-122"/>
                <a:ea typeface="微软雅黑" panose="020B0503020204020204" pitchFamily="34" charset="-122"/>
              </a:rPr>
              <a:t>目前来说</a:t>
            </a:r>
            <a:r>
              <a:rPr lang="en-US" altLang="zh-CN">
                <a:solidFill>
                  <a:schemeClr val="bg1"/>
                </a:solidFill>
                <a:latin typeface="微软雅黑" panose="020B0503020204020204" pitchFamily="34" charset="-122"/>
                <a:ea typeface="微软雅黑" panose="020B0503020204020204" pitchFamily="34" charset="-122"/>
              </a:rPr>
              <a:t>PBR</a:t>
            </a:r>
            <a:r>
              <a:rPr lang="zh-CN" altLang="en-US">
                <a:solidFill>
                  <a:schemeClr val="bg1"/>
                </a:solidFill>
                <a:latin typeface="微软雅黑" panose="020B0503020204020204" pitchFamily="34" charset="-122"/>
                <a:ea typeface="微软雅黑" panose="020B0503020204020204" pitchFamily="34" charset="-122"/>
              </a:rPr>
              <a:t>渲染管线是金属材质的最优选择，并且加上</a:t>
            </a:r>
            <a:r>
              <a:rPr lang="en-US" altLang="zh-CN">
                <a:solidFill>
                  <a:schemeClr val="bg1"/>
                </a:solidFill>
                <a:latin typeface="微软雅黑" panose="020B0503020204020204" pitchFamily="34" charset="-122"/>
                <a:ea typeface="微软雅黑" panose="020B0503020204020204" pitchFamily="34" charset="-122"/>
              </a:rPr>
              <a:t>IBL</a:t>
            </a:r>
            <a:r>
              <a:rPr lang="zh-CN" altLang="en-US">
                <a:solidFill>
                  <a:schemeClr val="bg1"/>
                </a:solidFill>
                <a:latin typeface="微软雅黑" panose="020B0503020204020204" pitchFamily="34" charset="-122"/>
                <a:ea typeface="微软雅黑" panose="020B0503020204020204" pitchFamily="34" charset="-122"/>
              </a:rPr>
              <a:t>环境光照将会呈现很好的效果。</a:t>
            </a:r>
            <a:endParaRPr lang="zh-CN" altLang="en-US">
              <a:solidFill>
                <a:schemeClr val="bg1"/>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147955" y="2680970"/>
            <a:ext cx="2494280" cy="1050925"/>
          </a:xfrm>
          <a:prstGeom prst="rect">
            <a:avLst/>
          </a:prstGeom>
          <a:noFill/>
        </p:spPr>
        <p:txBody>
          <a:bodyPr wrap="square" rtlCol="0">
            <a:spAutoFit/>
          </a:bodyPr>
          <a:p>
            <a:pPr>
              <a:lnSpc>
                <a:spcPct val="160000"/>
              </a:lnSpc>
            </a:pPr>
            <a:r>
              <a:rPr lang="zh-CN" altLang="en-US">
                <a:solidFill>
                  <a:schemeClr val="bg1"/>
                </a:solidFill>
                <a:latin typeface="微软雅黑" panose="020B0503020204020204" pitchFamily="34" charset="-122"/>
                <a:ea typeface="微软雅黑" panose="020B0503020204020204" pitchFamily="34" charset="-122"/>
              </a:rPr>
              <a:t>如果考虑到低端机性能问题，那么</a:t>
            </a:r>
            <a:r>
              <a:rPr lang="en-US" altLang="zh-CN">
                <a:solidFill>
                  <a:schemeClr val="bg1"/>
                </a:solidFill>
                <a:latin typeface="微软雅黑" panose="020B0503020204020204" pitchFamily="34" charset="-122"/>
                <a:ea typeface="微软雅黑" panose="020B0503020204020204" pitchFamily="34" charset="-122"/>
              </a:rPr>
              <a:t>Blinn-Phong+MatCap</a:t>
            </a:r>
            <a:r>
              <a:rPr lang="zh-CN" altLang="en-US">
                <a:solidFill>
                  <a:schemeClr val="bg1"/>
                </a:solidFill>
                <a:latin typeface="微软雅黑" panose="020B0503020204020204" pitchFamily="34" charset="-122"/>
                <a:ea typeface="微软雅黑" panose="020B0503020204020204" pitchFamily="34" charset="-122"/>
              </a:rPr>
              <a:t>也是一个不错的选择。</a:t>
            </a:r>
            <a:endParaRPr lang="zh-CN" altLang="en-US">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13970" y="-26670"/>
            <a:ext cx="8847455" cy="5013960"/>
          </a:xfrm>
          <a:prstGeom prst="rect">
            <a:avLst/>
          </a:prstGeom>
          <a:solidFill>
            <a:srgbClr val="00000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文本框 7"/>
          <p:cNvSpPr txBox="1"/>
          <p:nvPr/>
        </p:nvSpPr>
        <p:spPr>
          <a:xfrm>
            <a:off x="147955" y="588645"/>
            <a:ext cx="2494280" cy="2971165"/>
          </a:xfrm>
          <a:prstGeom prst="rect">
            <a:avLst/>
          </a:prstGeom>
          <a:noFill/>
        </p:spPr>
        <p:txBody>
          <a:bodyPr wrap="square" rtlCol="0">
            <a:spAutoFit/>
          </a:bodyPr>
          <a:p>
            <a:pPr>
              <a:lnSpc>
                <a:spcPct val="160000"/>
              </a:lnSpc>
            </a:pPr>
            <a:r>
              <a:rPr lang="zh-CN" altLang="en-US">
                <a:solidFill>
                  <a:schemeClr val="bg1"/>
                </a:solidFill>
                <a:latin typeface="微软雅黑" panose="020B0503020204020204" pitchFamily="34" charset="-122"/>
                <a:ea typeface="微软雅黑" panose="020B0503020204020204" pitchFamily="34" charset="-122"/>
              </a:rPr>
              <a:t>星球材质需要表现星球的大气，光晕及自身云层和海洋陆地的粗糙度区分。</a:t>
            </a:r>
            <a:endParaRPr lang="zh-CN" altLang="en-US">
              <a:solidFill>
                <a:schemeClr val="bg1"/>
              </a:solidFill>
              <a:latin typeface="微软雅黑" panose="020B0503020204020204" pitchFamily="34" charset="-122"/>
              <a:ea typeface="微软雅黑" panose="020B0503020204020204" pitchFamily="34" charset="-122"/>
            </a:endParaRPr>
          </a:p>
          <a:p>
            <a:pPr>
              <a:lnSpc>
                <a:spcPct val="160000"/>
              </a:lnSpc>
            </a:pPr>
            <a:r>
              <a:rPr lang="zh-CN" altLang="en-US">
                <a:solidFill>
                  <a:schemeClr val="bg1"/>
                </a:solidFill>
                <a:latin typeface="微软雅黑" panose="020B0503020204020204" pitchFamily="34" charset="-122"/>
                <a:ea typeface="微软雅黑" panose="020B0503020204020204" pitchFamily="34" charset="-122"/>
              </a:rPr>
              <a:t>且在太空中的行星一般都是受单一光源的照射（恒星），因此背光面基本不会受到环境光的照亮。</a:t>
            </a:r>
            <a:endParaRPr lang="zh-CN" altLang="en-US">
              <a:solidFill>
                <a:schemeClr val="bg1"/>
              </a:solidFill>
              <a:latin typeface="微软雅黑" panose="020B0503020204020204" pitchFamily="34" charset="-122"/>
              <a:ea typeface="微软雅黑" panose="020B0503020204020204" pitchFamily="34" charset="-122"/>
            </a:endParaRPr>
          </a:p>
          <a:p>
            <a:pPr>
              <a:lnSpc>
                <a:spcPct val="160000"/>
              </a:lnSpc>
            </a:pPr>
            <a:r>
              <a:rPr lang="zh-CN" altLang="en-US">
                <a:solidFill>
                  <a:schemeClr val="bg1"/>
                </a:solidFill>
                <a:latin typeface="微软雅黑" panose="020B0503020204020204" pitchFamily="34" charset="-122"/>
                <a:ea typeface="微软雅黑" panose="020B0503020204020204" pitchFamily="34" charset="-122"/>
              </a:rPr>
              <a:t>可以看到该游戏中的星球材质应该只是简单的</a:t>
            </a:r>
            <a:r>
              <a:rPr lang="en-US" altLang="zh-CN">
                <a:solidFill>
                  <a:schemeClr val="bg1"/>
                </a:solidFill>
                <a:latin typeface="微软雅黑" panose="020B0503020204020204" pitchFamily="34" charset="-122"/>
                <a:ea typeface="微软雅黑" panose="020B0503020204020204" pitchFamily="34" charset="-122"/>
              </a:rPr>
              <a:t>Phong</a:t>
            </a:r>
            <a:r>
              <a:rPr lang="zh-CN" altLang="en-US">
                <a:solidFill>
                  <a:schemeClr val="bg1"/>
                </a:solidFill>
                <a:latin typeface="微软雅黑" panose="020B0503020204020204" pitchFamily="34" charset="-122"/>
                <a:ea typeface="微软雅黑" panose="020B0503020204020204" pitchFamily="34" charset="-122"/>
              </a:rPr>
              <a:t>材质，没有法线的参与。</a:t>
            </a:r>
            <a:endParaRPr lang="zh-CN" altLang="en-US">
              <a:solidFill>
                <a:schemeClr val="bg1"/>
              </a:solidFill>
              <a:latin typeface="微软雅黑" panose="020B0503020204020204" pitchFamily="34" charset="-122"/>
              <a:ea typeface="微软雅黑" panose="020B0503020204020204" pitchFamily="34" charset="-122"/>
            </a:endParaRPr>
          </a:p>
        </p:txBody>
      </p:sp>
      <p:pic>
        <p:nvPicPr>
          <p:cNvPr id="3" name="图片 2" descr="8fce1b185604a9e344d90901ab96dc09"/>
          <p:cNvPicPr>
            <a:picLocks noChangeAspect="1"/>
          </p:cNvPicPr>
          <p:nvPr/>
        </p:nvPicPr>
        <p:blipFill>
          <a:blip r:embed="rId2"/>
          <a:srcRect l="1221" t="1796" r="29866" b="24216"/>
          <a:stretch>
            <a:fillRect/>
          </a:stretch>
        </p:blipFill>
        <p:spPr>
          <a:xfrm>
            <a:off x="2818130" y="2681605"/>
            <a:ext cx="3208020" cy="1905000"/>
          </a:xfrm>
          <a:prstGeom prst="rect">
            <a:avLst/>
          </a:prstGeom>
          <a:effectLst>
            <a:outerShdw blurRad="50800" dist="38100" dir="2700000" algn="tl" rotWithShape="0">
              <a:prstClr val="black">
                <a:alpha val="40000"/>
              </a:prstClr>
            </a:outerShdw>
          </a:effectLst>
        </p:spPr>
      </p:pic>
      <p:pic>
        <p:nvPicPr>
          <p:cNvPr id="11" name="图片 10" descr="935715_games-page-7_1920x1080_h"/>
          <p:cNvPicPr>
            <a:picLocks noChangeAspect="1"/>
          </p:cNvPicPr>
          <p:nvPr/>
        </p:nvPicPr>
        <p:blipFill>
          <a:blip r:embed="rId3"/>
          <a:srcRect l="4516" b="5848"/>
          <a:stretch>
            <a:fillRect/>
          </a:stretch>
        </p:blipFill>
        <p:spPr>
          <a:xfrm>
            <a:off x="2805430" y="588645"/>
            <a:ext cx="3208020" cy="1954530"/>
          </a:xfrm>
          <a:prstGeom prst="rect">
            <a:avLst/>
          </a:prstGeom>
          <a:effectLst>
            <a:outerShdw blurRad="50800" dist="38100" dir="2700000" algn="tl" rotWithShape="0">
              <a:prstClr val="black">
                <a:alpha val="40000"/>
              </a:prstClr>
            </a:outerShdw>
          </a:effectLst>
        </p:spPr>
      </p:pic>
      <p:pic>
        <p:nvPicPr>
          <p:cNvPr id="12" name="图片 11" descr="maxresdefault"/>
          <p:cNvPicPr>
            <a:picLocks noChangeAspect="1"/>
          </p:cNvPicPr>
          <p:nvPr/>
        </p:nvPicPr>
        <p:blipFill>
          <a:blip r:embed="rId4"/>
          <a:srcRect l="9234" t="-1090" r="19921" b="1090"/>
          <a:stretch>
            <a:fillRect/>
          </a:stretch>
        </p:blipFill>
        <p:spPr>
          <a:xfrm>
            <a:off x="6203950" y="2680970"/>
            <a:ext cx="2421890" cy="1888490"/>
          </a:xfrm>
          <a:prstGeom prst="rect">
            <a:avLst/>
          </a:prstGeom>
          <a:effectLst>
            <a:outerShdw blurRad="50800" dist="38100" dir="2700000" algn="tl" rotWithShape="0">
              <a:prstClr val="black">
                <a:alpha val="40000"/>
              </a:prstClr>
            </a:outerShdw>
          </a:effectLst>
        </p:spPr>
      </p:pic>
      <p:pic>
        <p:nvPicPr>
          <p:cNvPr id="13" name="图片 12" descr="0000268597"/>
          <p:cNvPicPr>
            <a:picLocks noChangeAspect="1"/>
          </p:cNvPicPr>
          <p:nvPr/>
        </p:nvPicPr>
        <p:blipFill>
          <a:blip r:embed="rId5"/>
          <a:srcRect l="30810" t="1445" r="9607" b="21071"/>
          <a:stretch>
            <a:fillRect/>
          </a:stretch>
        </p:blipFill>
        <p:spPr>
          <a:xfrm>
            <a:off x="6215380" y="588645"/>
            <a:ext cx="2409825" cy="1957705"/>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13970" y="-26670"/>
            <a:ext cx="8847455" cy="5013960"/>
          </a:xfrm>
          <a:prstGeom prst="rect">
            <a:avLst/>
          </a:prstGeom>
          <a:solidFill>
            <a:srgbClr val="00000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文本框 7"/>
          <p:cNvSpPr txBox="1"/>
          <p:nvPr/>
        </p:nvSpPr>
        <p:spPr>
          <a:xfrm>
            <a:off x="204470" y="699770"/>
            <a:ext cx="2494280" cy="1370965"/>
          </a:xfrm>
          <a:prstGeom prst="rect">
            <a:avLst/>
          </a:prstGeom>
          <a:noFill/>
        </p:spPr>
        <p:txBody>
          <a:bodyPr wrap="square" rtlCol="0">
            <a:spAutoFit/>
          </a:bodyPr>
          <a:p>
            <a:pPr>
              <a:lnSpc>
                <a:spcPct val="160000"/>
              </a:lnSpc>
            </a:pPr>
            <a:r>
              <a:rPr lang="zh-CN" altLang="en-US">
                <a:solidFill>
                  <a:schemeClr val="bg1"/>
                </a:solidFill>
                <a:latin typeface="微软雅黑" panose="020B0503020204020204" pitchFamily="34" charset="-122"/>
                <a:ea typeface="微软雅黑" panose="020B0503020204020204" pitchFamily="34" charset="-122"/>
              </a:rPr>
              <a:t>这是我在公司</a:t>
            </a:r>
            <a:r>
              <a:rPr lang="en-US" altLang="zh-CN">
                <a:solidFill>
                  <a:schemeClr val="bg1"/>
                </a:solidFill>
                <a:latin typeface="微软雅黑" panose="020B0503020204020204" pitchFamily="34" charset="-122"/>
                <a:ea typeface="微软雅黑" panose="020B0503020204020204" pitchFamily="34" charset="-122"/>
              </a:rPr>
              <a:t>G86</a:t>
            </a:r>
            <a:r>
              <a:rPr lang="zh-CN" altLang="en-US">
                <a:solidFill>
                  <a:schemeClr val="bg1"/>
                </a:solidFill>
                <a:latin typeface="微软雅黑" panose="020B0503020204020204" pitchFamily="34" charset="-122"/>
                <a:ea typeface="微软雅黑" panose="020B0503020204020204" pitchFamily="34" charset="-122"/>
              </a:rPr>
              <a:t>项目中做的效果提升，与该游戏相比加入了法线的计算，还增加了陆地与海水的高光区分。</a:t>
            </a:r>
            <a:endParaRPr lang="zh-CN" altLang="en-US">
              <a:solidFill>
                <a:schemeClr val="bg1"/>
              </a:solidFill>
              <a:latin typeface="微软雅黑" panose="020B0503020204020204" pitchFamily="34" charset="-122"/>
              <a:ea typeface="微软雅黑" panose="020B0503020204020204" pitchFamily="34" charset="-122"/>
            </a:endParaRPr>
          </a:p>
        </p:txBody>
      </p:sp>
      <p:pic>
        <p:nvPicPr>
          <p:cNvPr id="4" name="图片 3" descr="星球效果提升"/>
          <p:cNvPicPr>
            <a:picLocks noChangeAspect="1"/>
          </p:cNvPicPr>
          <p:nvPr/>
        </p:nvPicPr>
        <p:blipFill>
          <a:blip r:embed="rId2"/>
          <a:srcRect l="51695" t="20581" r="8617" b="19064"/>
          <a:stretch>
            <a:fillRect/>
          </a:stretch>
        </p:blipFill>
        <p:spPr>
          <a:xfrm>
            <a:off x="3613150" y="700405"/>
            <a:ext cx="4760595" cy="38887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18" name="图片 17"/>
          <p:cNvPicPr>
            <a:picLocks noChangeAspect="1"/>
          </p:cNvPicPr>
          <p:nvPr/>
        </p:nvPicPr>
        <p:blipFill>
          <a:blip r:embed="rId2"/>
          <a:stretch>
            <a:fillRect/>
          </a:stretch>
        </p:blipFill>
        <p:spPr>
          <a:xfrm>
            <a:off x="7836658" y="4438373"/>
            <a:ext cx="704463" cy="260743"/>
          </a:xfrm>
          <a:prstGeom prst="rect">
            <a:avLst/>
          </a:prstGeom>
        </p:spPr>
      </p:pic>
      <p:sp>
        <p:nvSpPr>
          <p:cNvPr id="2" name="同心圆 1"/>
          <p:cNvSpPr/>
          <p:nvPr/>
        </p:nvSpPr>
        <p:spPr>
          <a:xfrm>
            <a:off x="4034155" y="1284605"/>
            <a:ext cx="2392045" cy="2392045"/>
          </a:xfrm>
          <a:prstGeom prst="donut">
            <a:avLst>
              <a:gd name="adj" fmla="val 3636"/>
            </a:avLst>
          </a:prstGeom>
          <a:solidFill>
            <a:srgbClr val="FCFCF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8" name="矩形 7"/>
          <p:cNvSpPr/>
          <p:nvPr/>
        </p:nvSpPr>
        <p:spPr>
          <a:xfrm>
            <a:off x="5727700" y="1948815"/>
            <a:ext cx="2308225" cy="1063625"/>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文本框 8"/>
          <p:cNvSpPr txBox="1"/>
          <p:nvPr/>
        </p:nvSpPr>
        <p:spPr>
          <a:xfrm>
            <a:off x="4479290" y="2126615"/>
            <a:ext cx="3776345" cy="1322070"/>
          </a:xfrm>
          <a:prstGeom prst="rect">
            <a:avLst/>
          </a:prstGeom>
          <a:noFill/>
        </p:spPr>
        <p:txBody>
          <a:bodyPr wrap="none" rtlCol="0" anchor="t">
            <a:spAutoFit/>
          </a:bodyPr>
          <a:p>
            <a:pPr algn="l"/>
            <a:r>
              <a:rPr lang="en-US" sz="4000" dirty="0">
                <a:solidFill>
                  <a:schemeClr val="bg1"/>
                </a:solidFill>
                <a:latin typeface="方正兰亭大黑简体" panose="02000000000000000000" charset="-122"/>
                <a:ea typeface="方正兰亭大黑简体" panose="02000000000000000000" charset="-122"/>
                <a:sym typeface="+mn-ea"/>
              </a:rPr>
              <a:t>3.</a:t>
            </a:r>
            <a:r>
              <a:rPr lang="zh-CN" altLang="en-US" sz="4000" dirty="0">
                <a:solidFill>
                  <a:schemeClr val="bg1"/>
                </a:solidFill>
                <a:latin typeface="方正兰亭大黑简体" panose="02000000000000000000" charset="-122"/>
                <a:ea typeface="方正兰亭大黑简体" panose="02000000000000000000" charset="-122"/>
                <a:sym typeface="+mn-ea"/>
              </a:rPr>
              <a:t>层次细节技术</a:t>
            </a:r>
            <a:endParaRPr lang="zh-CN" altLang="en-US" sz="4000" dirty="0">
              <a:solidFill>
                <a:schemeClr val="bg1"/>
              </a:solidFill>
              <a:latin typeface="方正兰亭大黑简体" panose="02000000000000000000" charset="-122"/>
              <a:ea typeface="方正兰亭大黑简体" panose="02000000000000000000" charset="-122"/>
            </a:endParaRPr>
          </a:p>
          <a:p>
            <a:endParaRPr lang="en-US" sz="4000" dirty="0">
              <a:solidFill>
                <a:schemeClr val="bg1"/>
              </a:solidFill>
              <a:latin typeface="方正兰亭大黑简体" panose="02000000000000000000" charset="-122"/>
              <a:ea typeface="方正兰亭大黑简体" panose="02000000000000000000" charset="-122"/>
              <a:sym typeface="+mn-ea"/>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l="-4000" b="-4000"/>
          </a:stretch>
        </a:blipFill>
        <a:effectLst/>
      </p:bgPr>
    </p:bg>
    <p:spTree>
      <p:nvGrpSpPr>
        <p:cNvPr id="1" name=""/>
        <p:cNvGrpSpPr/>
        <p:nvPr/>
      </p:nvGrpSpPr>
      <p:grpSpPr/>
      <p:sp>
        <p:nvSpPr>
          <p:cNvPr id="2" name="矩形 1"/>
          <p:cNvSpPr/>
          <p:nvPr/>
        </p:nvSpPr>
        <p:spPr>
          <a:xfrm>
            <a:off x="-71120" y="-160020"/>
            <a:ext cx="8962390" cy="5280660"/>
          </a:xfrm>
          <a:prstGeom prst="rect">
            <a:avLst/>
          </a:prstGeom>
          <a:solidFill>
            <a:schemeClr val="tx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文本框 2"/>
          <p:cNvSpPr txBox="1"/>
          <p:nvPr/>
        </p:nvSpPr>
        <p:spPr>
          <a:xfrm>
            <a:off x="603250" y="573405"/>
            <a:ext cx="7459345" cy="1489075"/>
          </a:xfrm>
          <a:prstGeom prst="rect">
            <a:avLst/>
          </a:prstGeom>
          <a:noFill/>
        </p:spPr>
        <p:txBody>
          <a:bodyPr wrap="none" rtlCol="0">
            <a:spAutoFit/>
          </a:bodyPr>
          <a:p>
            <a:pPr algn="l">
              <a:lnSpc>
                <a:spcPct val="140000"/>
              </a:lnSpc>
            </a:pPr>
            <a:r>
              <a:rPr lang="en-US" altLang="zh-CN">
                <a:solidFill>
                  <a:schemeClr val="bg1"/>
                </a:solidFill>
                <a:latin typeface="微软雅黑" panose="020B0503020204020204" pitchFamily="34" charset="-122"/>
                <a:ea typeface="微软雅黑" panose="020B0503020204020204" pitchFamily="34" charset="-122"/>
              </a:rPr>
              <a:t>       </a:t>
            </a:r>
            <a:r>
              <a:rPr lang="zh-CN" altLang="zh-CN">
                <a:solidFill>
                  <a:schemeClr val="bg1"/>
                </a:solidFill>
                <a:latin typeface="微软雅黑" panose="020B0503020204020204" pitchFamily="34" charset="-122"/>
                <a:ea typeface="微软雅黑" panose="020B0503020204020204" pitchFamily="34" charset="-122"/>
              </a:rPr>
              <a:t>由于太空环境不存在雾，在场景中很难去表现距离感，如果还是使用常见的线性雾或指数雾的话</a:t>
            </a:r>
            <a:endParaRPr lang="zh-CN" altLang="zh-CN">
              <a:solidFill>
                <a:schemeClr val="bg1"/>
              </a:solidFill>
              <a:latin typeface="微软雅黑" panose="020B0503020204020204" pitchFamily="34" charset="-122"/>
              <a:ea typeface="微软雅黑" panose="020B0503020204020204" pitchFamily="34" charset="-122"/>
            </a:endParaRPr>
          </a:p>
          <a:p>
            <a:pPr algn="l">
              <a:lnSpc>
                <a:spcPct val="140000"/>
              </a:lnSpc>
            </a:pPr>
            <a:r>
              <a:rPr lang="zh-CN" altLang="zh-CN">
                <a:solidFill>
                  <a:schemeClr val="bg1"/>
                </a:solidFill>
                <a:latin typeface="微软雅黑" panose="020B0503020204020204" pitchFamily="34" charset="-122"/>
                <a:ea typeface="微软雅黑" panose="020B0503020204020204" pitchFamily="34" charset="-122"/>
              </a:rPr>
              <a:t>那么</a:t>
            </a:r>
            <a:r>
              <a:rPr lang="zh-CN" altLang="en-US">
                <a:solidFill>
                  <a:schemeClr val="bg1"/>
                </a:solidFill>
                <a:latin typeface="微软雅黑" panose="020B0503020204020204" pitchFamily="34" charset="-122"/>
                <a:ea typeface="微软雅黑" panose="020B0503020204020204" pitchFamily="34" charset="-122"/>
              </a:rPr>
              <a:t>飞船在远处的表现会变成剪影一样，这样看起来不符合真实宇宙的情况。</a:t>
            </a:r>
            <a:endParaRPr lang="zh-CN" altLang="en-US">
              <a:solidFill>
                <a:schemeClr val="bg1"/>
              </a:solidFill>
              <a:latin typeface="微软雅黑" panose="020B0503020204020204" pitchFamily="34" charset="-122"/>
              <a:ea typeface="微软雅黑" panose="020B0503020204020204" pitchFamily="34" charset="-122"/>
            </a:endParaRPr>
          </a:p>
          <a:p>
            <a:pPr algn="l">
              <a:lnSpc>
                <a:spcPct val="140000"/>
              </a:lnSpc>
            </a:pPr>
            <a:r>
              <a:rPr lang="zh-CN" altLang="en-US">
                <a:solidFill>
                  <a:schemeClr val="bg1"/>
                </a:solidFill>
                <a:latin typeface="微软雅黑" panose="020B0503020204020204" pitchFamily="34" charset="-122"/>
                <a:ea typeface="微软雅黑" panose="020B0503020204020204" pitchFamily="34" charset="-122"/>
              </a:rPr>
              <a:t>       正常情况下宇宙空间中</a:t>
            </a:r>
            <a:r>
              <a:rPr lang="zh-CN" altLang="en-US">
                <a:solidFill>
                  <a:schemeClr val="bg1"/>
                </a:solidFill>
                <a:latin typeface="微软雅黑" panose="020B0503020204020204" pitchFamily="34" charset="-122"/>
                <a:ea typeface="微软雅黑" panose="020B0503020204020204" pitchFamily="34" charset="-122"/>
                <a:sym typeface="+mn-ea"/>
              </a:rPr>
              <a:t>没有雾气对光的散射，因此除了其他物体的直接遮挡，</a:t>
            </a:r>
            <a:r>
              <a:rPr lang="zh-CN" altLang="en-US">
                <a:solidFill>
                  <a:schemeClr val="bg1"/>
                </a:solidFill>
                <a:latin typeface="微软雅黑" panose="020B0503020204020204" pitchFamily="34" charset="-122"/>
                <a:ea typeface="微软雅黑" panose="020B0503020204020204" pitchFamily="34" charset="-122"/>
              </a:rPr>
              <a:t>场景中物体的是会</a:t>
            </a:r>
            <a:endParaRPr lang="zh-CN" altLang="en-US">
              <a:solidFill>
                <a:schemeClr val="bg1"/>
              </a:solidFill>
              <a:latin typeface="微软雅黑" panose="020B0503020204020204" pitchFamily="34" charset="-122"/>
              <a:ea typeface="微软雅黑" panose="020B0503020204020204" pitchFamily="34" charset="-122"/>
            </a:endParaRPr>
          </a:p>
          <a:p>
            <a:pPr algn="l">
              <a:lnSpc>
                <a:spcPct val="140000"/>
              </a:lnSpc>
            </a:pPr>
            <a:r>
              <a:rPr lang="zh-CN" altLang="en-US">
                <a:solidFill>
                  <a:schemeClr val="bg1"/>
                </a:solidFill>
                <a:latin typeface="微软雅黑" panose="020B0503020204020204" pitchFamily="34" charset="-122"/>
                <a:ea typeface="微软雅黑" panose="020B0503020204020204" pitchFamily="34" charset="-122"/>
              </a:rPr>
              <a:t>一直受光的，所以对于十分远处的一个很大的建筑或物体如果我们没有一些处理那么玩家将会很迷惑</a:t>
            </a:r>
            <a:endParaRPr lang="zh-CN" altLang="en-US">
              <a:solidFill>
                <a:schemeClr val="bg1"/>
              </a:solidFill>
              <a:latin typeface="微软雅黑" panose="020B0503020204020204" pitchFamily="34" charset="-122"/>
              <a:ea typeface="微软雅黑" panose="020B0503020204020204" pitchFamily="34" charset="-122"/>
            </a:endParaRPr>
          </a:p>
          <a:p>
            <a:pPr algn="l">
              <a:lnSpc>
                <a:spcPct val="140000"/>
              </a:lnSpc>
            </a:pPr>
            <a:r>
              <a:rPr lang="zh-CN" altLang="en-US">
                <a:solidFill>
                  <a:schemeClr val="bg1"/>
                </a:solidFill>
                <a:latin typeface="微软雅黑" panose="020B0503020204020204" pitchFamily="34" charset="-122"/>
                <a:ea typeface="微软雅黑" panose="020B0503020204020204" pitchFamily="34" charset="-122"/>
              </a:rPr>
              <a:t>这个东西离我们有多远。</a:t>
            </a:r>
            <a:endParaRPr lang="zh-CN" altLang="en-US">
              <a:solidFill>
                <a:schemeClr val="bg1"/>
              </a:solidFill>
              <a:latin typeface="微软雅黑" panose="020B0503020204020204" pitchFamily="34" charset="-122"/>
              <a:ea typeface="微软雅黑" panose="020B0503020204020204" pitchFamily="34" charset="-122"/>
            </a:endParaRPr>
          </a:p>
        </p:txBody>
      </p:sp>
      <p:pic>
        <p:nvPicPr>
          <p:cNvPr id="4" name="图片 3" descr="2013-05-13_00016"/>
          <p:cNvPicPr>
            <a:picLocks noChangeAspect="1"/>
          </p:cNvPicPr>
          <p:nvPr/>
        </p:nvPicPr>
        <p:blipFill>
          <a:blip r:embed="rId2"/>
          <a:srcRect l="2757"/>
          <a:stretch>
            <a:fillRect/>
          </a:stretch>
        </p:blipFill>
        <p:spPr>
          <a:xfrm>
            <a:off x="1991995" y="2062480"/>
            <a:ext cx="4681855" cy="2708275"/>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l="-4000" b="-4000"/>
          </a:stretch>
        </a:blipFill>
        <a:effectLst/>
      </p:bgPr>
    </p:bg>
    <p:spTree>
      <p:nvGrpSpPr>
        <p:cNvPr id="1" name=""/>
        <p:cNvGrpSpPr/>
        <p:nvPr/>
      </p:nvGrpSpPr>
      <p:grpSpPr>
        <a:xfrm>
          <a:off x="0" y="0"/>
          <a:ext cx="0" cy="0"/>
          <a:chOff x="0" y="0"/>
          <a:chExt cx="0" cy="0"/>
        </a:xfrm>
      </p:grpSpPr>
      <p:sp>
        <p:nvSpPr>
          <p:cNvPr id="8" name="矩形 7"/>
          <p:cNvSpPr/>
          <p:nvPr/>
        </p:nvSpPr>
        <p:spPr>
          <a:xfrm>
            <a:off x="-71120" y="-90170"/>
            <a:ext cx="8962390" cy="5280660"/>
          </a:xfrm>
          <a:prstGeom prst="rect">
            <a:avLst/>
          </a:prstGeom>
          <a:solidFill>
            <a:schemeClr val="tx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descr="compare"/>
          <p:cNvPicPr>
            <a:picLocks noChangeAspect="1"/>
          </p:cNvPicPr>
          <p:nvPr/>
        </p:nvPicPr>
        <p:blipFill>
          <a:blip r:embed="rId2"/>
          <a:srcRect t="31256"/>
          <a:stretch>
            <a:fillRect/>
          </a:stretch>
        </p:blipFill>
        <p:spPr>
          <a:xfrm>
            <a:off x="4415790" y="413385"/>
            <a:ext cx="4138930" cy="4133215"/>
          </a:xfrm>
          <a:prstGeom prst="rect">
            <a:avLst/>
          </a:prstGeom>
        </p:spPr>
      </p:pic>
      <p:sp>
        <p:nvSpPr>
          <p:cNvPr id="9" name="文本框 8"/>
          <p:cNvSpPr txBox="1"/>
          <p:nvPr/>
        </p:nvSpPr>
        <p:spPr>
          <a:xfrm>
            <a:off x="261620" y="413385"/>
            <a:ext cx="3425190" cy="3467100"/>
          </a:xfrm>
          <a:prstGeom prst="rect">
            <a:avLst/>
          </a:prstGeom>
          <a:noFill/>
        </p:spPr>
        <p:txBody>
          <a:bodyPr wrap="square" rtlCol="0">
            <a:spAutoFit/>
          </a:bodyPr>
          <a:p>
            <a:pPr>
              <a:lnSpc>
                <a:spcPct val="130000"/>
              </a:lnSpc>
            </a:pPr>
            <a:r>
              <a:rPr lang="en-US" altLang="zh-CN">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基于上述情况，我将顶点线性雾根据</a:t>
            </a:r>
            <a:r>
              <a:rPr lang="en-US" altLang="zh-CN">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NdotL</a:t>
            </a:r>
            <a:r>
              <a:rPr lang="zh-CN" altLang="en-US">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分为了受光面与背光面两个部分：</a:t>
            </a:r>
            <a:endParaRPr lang="zh-CN" altLang="en-US">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30000"/>
              </a:lnSpc>
            </a:pPr>
            <a:r>
              <a:rPr lang="zh-CN" altLang="en-US">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       受光面：保证受光面不会完全变为雾效的颜色，只会变暗（用于模拟光线在传播时的能量衰减）。</a:t>
            </a:r>
            <a:endParaRPr lang="zh-CN" altLang="en-US">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30000"/>
              </a:lnSpc>
            </a:pPr>
            <a:r>
              <a:rPr lang="en-US" altLang="zh-CN">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背光面则按照正常雾效去计算。</a:t>
            </a:r>
            <a:endParaRPr lang="zh-CN" altLang="en-US">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30000"/>
              </a:lnSpc>
            </a:pPr>
            <a:r>
              <a:rPr lang="zh-CN" altLang="en-US">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30000"/>
              </a:lnSpc>
            </a:pPr>
            <a:r>
              <a:rPr lang="zh-CN" altLang="en-US">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       以上面改后的雾效加上雾效片的使用，远处物体的距离感能有一定的提升。</a:t>
            </a:r>
            <a:endParaRPr lang="zh-CN" altLang="en-US">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30000"/>
              </a:lnSpc>
            </a:pPr>
            <a:r>
              <a:rPr lang="en-US" altLang="zh-CN">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30000"/>
              </a:lnSpc>
            </a:pPr>
            <a:r>
              <a:rPr lang="en-US" altLang="zh-CN">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后续如果想要继续提升效果的话我觉得在背光面加上一环境光的部分，使背光面与天空盒更接近与融合是一个不错的尝试。</a:t>
            </a:r>
            <a:endParaRPr lang="zh-CN" altLang="en-US">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l="-4000" b="-4000"/>
          </a:stretch>
        </a:blipFill>
        <a:effectLst/>
      </p:bgPr>
    </p:bg>
    <p:spTree>
      <p:nvGrpSpPr>
        <p:cNvPr id="1" name=""/>
        <p:cNvGrpSpPr/>
        <p:nvPr/>
      </p:nvGrpSpPr>
      <p:grpSpPr>
        <a:xfrm>
          <a:off x="0" y="0"/>
          <a:ext cx="0" cy="0"/>
          <a:chOff x="0" y="0"/>
          <a:chExt cx="0" cy="0"/>
        </a:xfrm>
      </p:grpSpPr>
      <p:sp>
        <p:nvSpPr>
          <p:cNvPr id="8" name="矩形 7"/>
          <p:cNvSpPr/>
          <p:nvPr/>
        </p:nvSpPr>
        <p:spPr>
          <a:xfrm>
            <a:off x="-71120" y="-41275"/>
            <a:ext cx="8962390" cy="5280660"/>
          </a:xfrm>
          <a:prstGeom prst="rect">
            <a:avLst/>
          </a:prstGeom>
          <a:solidFill>
            <a:schemeClr val="tx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文本框 8"/>
          <p:cNvSpPr txBox="1"/>
          <p:nvPr/>
        </p:nvSpPr>
        <p:spPr>
          <a:xfrm>
            <a:off x="261620" y="614045"/>
            <a:ext cx="3425190" cy="3726815"/>
          </a:xfrm>
          <a:prstGeom prst="rect">
            <a:avLst/>
          </a:prstGeom>
          <a:noFill/>
        </p:spPr>
        <p:txBody>
          <a:bodyPr wrap="square" rtlCol="0">
            <a:spAutoFit/>
          </a:bodyPr>
          <a:p>
            <a:pPr>
              <a:lnSpc>
                <a:spcPct val="130000"/>
              </a:lnSpc>
            </a:pPr>
            <a:r>
              <a:rPr lang="en-US" altLang="zh-CN">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       </a:t>
            </a:r>
            <a:r>
              <a:rPr lang="zh-CN">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在游戏场景中目标距离可能会非常遥远，所以玩家大部分时间都会画在去任务目标的路上，因此游戏中设置了两个方法来解决这个问题：</a:t>
            </a:r>
            <a:endParaRPr lang="zh-CN">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30000"/>
              </a:lnSpc>
            </a:pPr>
            <a:r>
              <a:rPr lang="en-US" altLang="zh-CN">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奇点引擎</a:t>
            </a:r>
            <a:r>
              <a:rPr lang="zh-CN" altLang="en-US">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加速装置和空间门，前者用于场景内，后者则用于不同场景之间的切换。不同场景之间的切换又分为了两种情况：同星系与不同星系，同星系内的场景切换保持天空盒的不变，只需更换场景内的星球和其他飞船，而不同星系的场景则还需要更换天空盒。</a:t>
            </a:r>
            <a:endParaRPr lang="zh-CN" altLang="en-US">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30000"/>
              </a:lnSpc>
            </a:pPr>
            <a:r>
              <a:rPr lang="zh-CN" altLang="en-US">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       以上更换都可以预先记录场景中的固定物体的坐标，更换时程序通过坐标文件进行加载。</a:t>
            </a:r>
            <a:endParaRPr lang="zh-CN" altLang="en-US">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 name="图片 2" descr="maxresdefault (1)"/>
          <p:cNvPicPr>
            <a:picLocks noChangeAspect="1"/>
          </p:cNvPicPr>
          <p:nvPr/>
        </p:nvPicPr>
        <p:blipFill>
          <a:blip r:embed="rId2"/>
          <a:stretch>
            <a:fillRect/>
          </a:stretch>
        </p:blipFill>
        <p:spPr>
          <a:xfrm>
            <a:off x="4239260" y="197485"/>
            <a:ext cx="3590925" cy="2244090"/>
          </a:xfrm>
          <a:prstGeom prst="rect">
            <a:avLst/>
          </a:prstGeom>
        </p:spPr>
      </p:pic>
      <p:pic>
        <p:nvPicPr>
          <p:cNvPr id="4" name="图片 3" descr="maxresdefault (2)"/>
          <p:cNvPicPr>
            <a:picLocks noChangeAspect="1"/>
          </p:cNvPicPr>
          <p:nvPr/>
        </p:nvPicPr>
        <p:blipFill>
          <a:blip r:embed="rId3"/>
          <a:srcRect l="3143" r="3328"/>
          <a:stretch>
            <a:fillRect/>
          </a:stretch>
        </p:blipFill>
        <p:spPr>
          <a:xfrm>
            <a:off x="4267835" y="2637155"/>
            <a:ext cx="3533775" cy="2125345"/>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l="-4000" b="-4000"/>
          </a:stretch>
        </a:blipFill>
        <a:effectLst/>
      </p:bgPr>
    </p:bg>
    <p:spTree>
      <p:nvGrpSpPr>
        <p:cNvPr id="1" name=""/>
        <p:cNvGrpSpPr/>
        <p:nvPr/>
      </p:nvGrpSpPr>
      <p:grpSpPr>
        <a:xfrm>
          <a:off x="0" y="0"/>
          <a:ext cx="0" cy="0"/>
          <a:chOff x="0" y="0"/>
          <a:chExt cx="0" cy="0"/>
        </a:xfrm>
      </p:grpSpPr>
      <p:sp>
        <p:nvSpPr>
          <p:cNvPr id="8" name="矩形 7"/>
          <p:cNvSpPr/>
          <p:nvPr/>
        </p:nvSpPr>
        <p:spPr>
          <a:xfrm>
            <a:off x="-22225" y="-55245"/>
            <a:ext cx="8962390" cy="5280660"/>
          </a:xfrm>
          <a:prstGeom prst="rect">
            <a:avLst/>
          </a:prstGeom>
          <a:solidFill>
            <a:schemeClr val="tx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文本框 8"/>
          <p:cNvSpPr txBox="1"/>
          <p:nvPr/>
        </p:nvSpPr>
        <p:spPr>
          <a:xfrm>
            <a:off x="219710" y="1176020"/>
            <a:ext cx="3425190" cy="2168525"/>
          </a:xfrm>
          <a:prstGeom prst="rect">
            <a:avLst/>
          </a:prstGeom>
          <a:noFill/>
        </p:spPr>
        <p:txBody>
          <a:bodyPr wrap="square" rtlCol="0">
            <a:spAutoFit/>
          </a:bodyPr>
          <a:p>
            <a:pPr>
              <a:lnSpc>
                <a:spcPct val="130000"/>
              </a:lnSpc>
            </a:pPr>
            <a:r>
              <a:rPr lang="en-US" altLang="zh-CN">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因为游戏中涉及的空间会非常大会导致玩在再飞行过程中对速度和距离的体验很差，所以在玩家飞行过程中会有类似速度线的后处理特效来帮助玩家对飞船的速度有更好的判断。</a:t>
            </a:r>
            <a:endParaRPr lang="zh-CN" altLang="en-US">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30000"/>
              </a:lnSpc>
            </a:pPr>
            <a:r>
              <a:rPr lang="zh-CN" altLang="en-US">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       目前对速度线特效的实现方式我想到的就是使用面片然后根据飞船速度来拉伸速度方向轴以及面片的偏移速度。</a:t>
            </a:r>
            <a:endParaRPr lang="zh-CN" altLang="en-US">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4" name="图片 3" descr="maxresdefault (2)"/>
          <p:cNvPicPr>
            <a:picLocks noChangeAspect="1"/>
          </p:cNvPicPr>
          <p:nvPr/>
        </p:nvPicPr>
        <p:blipFill>
          <a:blip r:embed="rId2"/>
          <a:srcRect l="3143" r="3328"/>
          <a:stretch>
            <a:fillRect/>
          </a:stretch>
        </p:blipFill>
        <p:spPr>
          <a:xfrm>
            <a:off x="3820795" y="1176020"/>
            <a:ext cx="4685030" cy="2818130"/>
          </a:xfrm>
          <a:prstGeom prst="rect">
            <a:avLst/>
          </a:prstGeom>
        </p:spPr>
      </p:pic>
      <p:sp>
        <p:nvSpPr>
          <p:cNvPr id="2" name="同心圆 1"/>
          <p:cNvSpPr/>
          <p:nvPr/>
        </p:nvSpPr>
        <p:spPr>
          <a:xfrm>
            <a:off x="7489190" y="2723515"/>
            <a:ext cx="1016635" cy="580390"/>
          </a:xfrm>
          <a:prstGeom prst="donut">
            <a:avLst>
              <a:gd name="adj" fmla="val 3357"/>
            </a:avLst>
          </a:prstGeom>
          <a:solidFill>
            <a:srgbClr val="FE00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5" name="同心圆 4"/>
          <p:cNvSpPr/>
          <p:nvPr/>
        </p:nvSpPr>
        <p:spPr>
          <a:xfrm>
            <a:off x="6472555" y="1786890"/>
            <a:ext cx="1016635" cy="580390"/>
          </a:xfrm>
          <a:prstGeom prst="donut">
            <a:avLst>
              <a:gd name="adj" fmla="val 3357"/>
            </a:avLst>
          </a:prstGeom>
          <a:solidFill>
            <a:srgbClr val="FE00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l="-4000" b="-4000"/>
          </a:stretch>
        </a:blipFill>
        <a:effectLst/>
      </p:bgPr>
    </p:bg>
    <p:spTree>
      <p:nvGrpSpPr>
        <p:cNvPr id="1" name=""/>
        <p:cNvGrpSpPr/>
        <p:nvPr/>
      </p:nvGrpSpPr>
      <p:grpSpPr>
        <a:xfrm>
          <a:off x="0" y="0"/>
          <a:ext cx="0" cy="0"/>
          <a:chOff x="0" y="0"/>
          <a:chExt cx="0" cy="0"/>
        </a:xfrm>
      </p:grpSpPr>
      <p:sp>
        <p:nvSpPr>
          <p:cNvPr id="8" name="矩形 7"/>
          <p:cNvSpPr/>
          <p:nvPr/>
        </p:nvSpPr>
        <p:spPr>
          <a:xfrm>
            <a:off x="-71120" y="-55245"/>
            <a:ext cx="8962390" cy="5280660"/>
          </a:xfrm>
          <a:prstGeom prst="rect">
            <a:avLst/>
          </a:prstGeom>
          <a:solidFill>
            <a:schemeClr val="tx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文本框 8"/>
          <p:cNvSpPr txBox="1"/>
          <p:nvPr/>
        </p:nvSpPr>
        <p:spPr>
          <a:xfrm>
            <a:off x="254635" y="1075055"/>
            <a:ext cx="3425190" cy="869950"/>
          </a:xfrm>
          <a:prstGeom prst="rect">
            <a:avLst/>
          </a:prstGeom>
          <a:noFill/>
        </p:spPr>
        <p:txBody>
          <a:bodyPr wrap="square" rtlCol="0">
            <a:spAutoFit/>
          </a:bodyPr>
          <a:p>
            <a:pPr>
              <a:lnSpc>
                <a:spcPct val="130000"/>
              </a:lnSpc>
            </a:pPr>
            <a:r>
              <a:rPr lang="en-US" altLang="zh-CN">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同时还可以将星空背景中的星星剥离出来然后使用</a:t>
            </a:r>
            <a:r>
              <a:rPr lang="en-US" altLang="zh-CN">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cos</a:t>
            </a:r>
            <a:r>
              <a:rPr lang="zh-CN" altLang="en-US">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曲线来模拟星星的闪烁，这样也会让整个天空背景生动起来。</a:t>
            </a:r>
            <a:endParaRPr lang="zh-CN" altLang="en-US">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 name="图片 2" descr="星光闪烁"/>
          <p:cNvPicPr>
            <a:picLocks noChangeAspect="1"/>
          </p:cNvPicPr>
          <p:nvPr/>
        </p:nvPicPr>
        <p:blipFill>
          <a:blip r:embed="rId2"/>
          <a:stretch>
            <a:fillRect/>
          </a:stretch>
        </p:blipFill>
        <p:spPr>
          <a:xfrm>
            <a:off x="3893185" y="480060"/>
            <a:ext cx="4648835" cy="4210050"/>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l="-4000" b="-4000"/>
          </a:stretch>
        </a:blipFill>
        <a:effectLst/>
      </p:bgPr>
    </p:bg>
    <p:spTree>
      <p:nvGrpSpPr>
        <p:cNvPr id="1" name=""/>
        <p:cNvGrpSpPr/>
        <p:nvPr/>
      </p:nvGrpSpPr>
      <p:grpSpPr>
        <a:xfrm>
          <a:off x="0" y="0"/>
          <a:ext cx="0" cy="0"/>
          <a:chOff x="0" y="0"/>
          <a:chExt cx="0" cy="0"/>
        </a:xfrm>
      </p:grpSpPr>
      <p:sp>
        <p:nvSpPr>
          <p:cNvPr id="8" name="矩形 7"/>
          <p:cNvSpPr/>
          <p:nvPr/>
        </p:nvSpPr>
        <p:spPr>
          <a:xfrm>
            <a:off x="-71120" y="-55245"/>
            <a:ext cx="8962390" cy="5280660"/>
          </a:xfrm>
          <a:prstGeom prst="rect">
            <a:avLst/>
          </a:prstGeom>
          <a:solidFill>
            <a:schemeClr val="tx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 name="图片 1"/>
          <p:cNvPicPr>
            <a:picLocks noChangeAspect="1"/>
          </p:cNvPicPr>
          <p:nvPr/>
        </p:nvPicPr>
        <p:blipFill>
          <a:blip r:embed="rId2">
            <a:clrChange>
              <a:clrFrom>
                <a:srgbClr val="000000">
                  <a:alpha val="100000"/>
                </a:srgbClr>
              </a:clrFrom>
              <a:clrTo>
                <a:srgbClr val="000000">
                  <a:alpha val="100000"/>
                  <a:alpha val="0"/>
                </a:srgbClr>
              </a:clrTo>
            </a:clrChange>
          </a:blip>
          <a:stretch>
            <a:fillRect/>
          </a:stretch>
        </p:blipFill>
        <p:spPr>
          <a:xfrm>
            <a:off x="352" y="-1"/>
            <a:ext cx="8819798" cy="4961137"/>
          </a:xfrm>
          <a:prstGeom prst="rect">
            <a:avLst/>
          </a:prstGeom>
        </p:spPr>
      </p:pic>
      <p:pic>
        <p:nvPicPr>
          <p:cNvPr id="4" name="图片 3"/>
          <p:cNvPicPr>
            <a:picLocks noChangeAspect="1"/>
          </p:cNvPicPr>
          <p:nvPr/>
        </p:nvPicPr>
        <p:blipFill>
          <a:blip r:embed="rId3"/>
          <a:stretch>
            <a:fillRect/>
          </a:stretch>
        </p:blipFill>
        <p:spPr>
          <a:xfrm>
            <a:off x="1558875" y="2480567"/>
            <a:ext cx="5702400" cy="576000"/>
          </a:xfrm>
          <a:prstGeom prst="rect">
            <a:avLst/>
          </a:prstGeom>
        </p:spPr>
      </p:pic>
      <p:pic>
        <p:nvPicPr>
          <p:cNvPr id="5" name="图片 4"/>
          <p:cNvPicPr>
            <a:picLocks noChangeAspect="1"/>
          </p:cNvPicPr>
          <p:nvPr/>
        </p:nvPicPr>
        <p:blipFill>
          <a:blip r:embed="rId4"/>
          <a:stretch>
            <a:fillRect/>
          </a:stretch>
        </p:blipFill>
        <p:spPr>
          <a:xfrm>
            <a:off x="3322579" y="3247131"/>
            <a:ext cx="2175345" cy="251999"/>
          </a:xfrm>
          <a:prstGeom prst="rect">
            <a:avLst/>
          </a:prstGeom>
        </p:spPr>
      </p:pic>
      <p:sp>
        <p:nvSpPr>
          <p:cNvPr id="7" name="文本框 6"/>
          <p:cNvSpPr txBox="1"/>
          <p:nvPr/>
        </p:nvSpPr>
        <p:spPr>
          <a:xfrm>
            <a:off x="5524500" y="5727700"/>
            <a:ext cx="184731" cy="292709"/>
          </a:xfrm>
          <a:prstGeom prst="rect">
            <a:avLst/>
          </a:prstGeom>
          <a:noFill/>
        </p:spPr>
        <p:txBody>
          <a:bodyPr wrap="none" rtlCol="0">
            <a:spAutoFit/>
          </a:bodyPr>
          <a:lstStyle/>
          <a:p>
            <a:endParaRPr kumimoji="1" lang="zh-CN" alt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1547</Words>
  <Application>WPS 演示</Application>
  <PresentationFormat>自定义</PresentationFormat>
  <Paragraphs>66</Paragraphs>
  <Slides>16</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16</vt:i4>
      </vt:variant>
    </vt:vector>
  </HeadingPairs>
  <TitlesOfParts>
    <vt:vector size="30" baseType="lpstr">
      <vt:lpstr>Arial</vt:lpstr>
      <vt:lpstr>宋体</vt:lpstr>
      <vt:lpstr>Wingdings</vt:lpstr>
      <vt:lpstr>微软雅黑</vt:lpstr>
      <vt:lpstr>DIN</vt:lpstr>
      <vt:lpstr>方正兰亭刊黑_GBK</vt:lpstr>
      <vt:lpstr>Wingdings</vt:lpstr>
      <vt:lpstr>微软雅黑 Light</vt:lpstr>
      <vt:lpstr>方正兰亭大黑简体</vt:lpstr>
      <vt:lpstr>Calibri</vt:lpstr>
      <vt:lpstr>Arial Unicode MS</vt:lpstr>
      <vt:lpstr>Calibri Light</vt:lpstr>
      <vt:lpstr>等线</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用户</dc:creator>
  <cp:lastModifiedBy>z</cp:lastModifiedBy>
  <cp:revision>303</cp:revision>
  <dcterms:created xsi:type="dcterms:W3CDTF">2018-08-08T08:44:00Z</dcterms:created>
  <dcterms:modified xsi:type="dcterms:W3CDTF">2020-06-27T09:03:31Z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2052-11.1.0.9740</vt:lpwstr>
  </property>
</Properties>
</file>